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2892e3de-4e44-2eef-0c02-190ae6e446c7}">
          <p14:sldIdLst>
            <p14:sldId id="256"/>
            <p14:sldId id="257"/>
          </p14:sldIdLst>
        </p14:section>
        <p14:section name="Esencia" id="{1e6e548e-1853-ca2e-d374-5b97ab3df234}">
          <p14:sldIdLst>
            <p14:sldId id="258"/>
            <p14:sldId id="259"/>
            <p14:sldId id="260"/>
            <p14:sldId id="261"/>
            <p14:sldId id="262"/>
          </p14:sldIdLst>
        </p14:section>
        <p14:section name="Logotipo" id="{5a7bbedd-a9e8-72f3-6dca-776055019449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olor y tipografía" id="{45eb6e01-83df-81de-9b63-3038914c67ec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Interfaz y datos" id="{cfdd4366-f4c4-70bd-a88a-a9fb235bcdbf}">
          <p14:sldIdLst>
            <p14:sldId id="275"/>
            <p14:sldId id="276"/>
            <p14:sldId id="277"/>
            <p14:sldId id="278"/>
          </p14:sldIdLst>
        </p14:section>
        <p14:section name="Aplicaciones" id="{2e74d63b-42d9-4fd7-14f4-7d7e40bf1879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Proporción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71824"/>
              </a:solidFill>
              <a:ln w="19050" cap="flat">
                <a:solidFill>
                  <a:srgbClr val="17182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FFFF"/>
              </a:solidFill>
              <a:ln w="19050" cap="flat">
                <a:solidFill>
                  <a:srgbClr val="171824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F2D94"/>
              </a:solidFill>
              <a:ln w="19050" cap="flat">
                <a:solidFill>
                  <a:srgbClr val="17182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Tinta</c:v>
                </c:pt>
                <c:pt idx="1">
                  <c:v>Papel</c:v>
                </c:pt>
                <c:pt idx="2">
                  <c:v>Magenta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30</c:v>
                </c:pt>
                <c:pt idx="2">
                  <c:v>10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El lema «Cada voto se suma» es una propuesta que nace del isotipo: boletas que se apilan.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isotipo cuenta la estructura de los datos: tres niveles (nacional, entidad y municipio) y nunca la sección electoral (RN-02).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Medidas tomadas del archivo del logotipo: la palabra mide X; el isotipo, unas 2X; la separación, 0.2X.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medidas impresas son una propuesta: confirmarlas con una prueba de impresión cuando exista el vector oficial.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Proporción en piezas de marca. En la interfaz el papel domina y el magenta se reserva para identidad y selección.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de ejemplo del SRS §3.3: participación nacional en elecciones federales 2009–2024.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app las fuentes deben alojarse en el propio sitio: la política de seguridad (CSP) bloquea Google Fonts.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Tamaños en px de la app. En lectura fácil (W-13) el cuerpo sube a 20 px, h1 a 28 px y la cifra a 64 px.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Pantallas hechas con los componentes del sistema de diseño. Cifras de ejemplo del SRS.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Contrastes calculados con la fórmula de WCAG 2.2 sobre los HEX de la paleta.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tarjeta incluye cifra, territorio, periodo, fuente y liga; nunca datos personales (RN-08).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Papelería para la presentación ante el jurado. Los campos entre corchetes se llenan por persona; el dominio es de ejemplo.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UNTOS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NOCHE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NTO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ReVoto · Manual de marca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SA">
    <p:bg>
      <p:bgPr>
        <a:solidFill>
          <a:srgbClr val="FFE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ReVoto · Manual de marca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ReVoto · Manual de marca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CH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ReVoto · Manual de marca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C8796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VA">
    <p:bg>
      <p:bgPr>
        <a:solidFill>
          <a:srgbClr val="5D1B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3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ReVoto · Manual de marca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E3F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BRE">
    <p:bg>
      <p:bgPr>
        <a:solidFill>
          <a:srgbClr val="FFE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5.png"/><Relationship Id="rId7" Type="http://schemas.openxmlformats.org/officeDocument/2006/relationships/image" Target="../media/image-5-5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1.png"/><Relationship Id="rId4" Type="http://schemas.openxmlformats.org/officeDocument/2006/relationships/image" Target="../media/image-12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2.png"/><Relationship Id="rId5" Type="http://schemas.openxmlformats.org/officeDocument/2006/relationships/image" Target="../media/image-13-5.png"/><Relationship Id="rId6" Type="http://schemas.openxmlformats.org/officeDocument/2006/relationships/image" Target="../media/image-13-2.png"/><Relationship Id="rId7" Type="http://schemas.openxmlformats.org/officeDocument/2006/relationships/image" Target="../media/image-13-7.png"/><Relationship Id="rId8" Type="http://schemas.openxmlformats.org/officeDocument/2006/relationships/image" Target="../media/image-13-2.png"/><Relationship Id="rId9" Type="http://schemas.openxmlformats.org/officeDocument/2006/relationships/image" Target="../media/image-13-9.png"/><Relationship Id="rId10" Type="http://schemas.openxmlformats.org/officeDocument/2006/relationships/image" Target="../media/image-13-2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image" Target="../media/image-23-1.png"/><Relationship Id="rId5" Type="http://schemas.openxmlformats.org/officeDocument/2006/relationships/image" Target="../media/image-23-5.png"/><Relationship Id="rId6" Type="http://schemas.openxmlformats.org/officeDocument/2006/relationships/image" Target="../media/image-23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1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2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1" descr="img/mancha-m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-63305"/>
            <a:ext cx="6949440" cy="5613009"/>
          </a:xfrm>
          <a:prstGeom prst="rect">
            <a:avLst/>
          </a:prstGeom>
        </p:spPr>
      </p:pic>
      <p:sp>
        <p:nvSpPr>
          <p:cNvPr id="4" name="o2"/>
          <p:cNvSpPr/>
          <p:nvPr/>
        </p:nvSpPr>
        <p:spPr>
          <a:xfrm rot="-840000">
            <a:off x="7168896" y="3145536"/>
            <a:ext cx="4023360" cy="2468880"/>
          </a:xfrm>
          <a:prstGeom prst="roundRect">
            <a:avLst>
              <a:gd name="adj" fmla="val 16667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5" name="o3"/>
          <p:cNvSpPr/>
          <p:nvPr/>
        </p:nvSpPr>
        <p:spPr>
          <a:xfrm rot="-840000">
            <a:off x="7040880" y="3017520"/>
            <a:ext cx="4023360" cy="2468880"/>
          </a:xfrm>
          <a:prstGeom prst="roundRect">
            <a:avLst>
              <a:gd name="adj" fmla="val 16667"/>
            </a:avLst>
          </a:prstGeom>
          <a:solidFill>
            <a:srgbClr val="933D82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6" name="o4"/>
          <p:cNvSpPr/>
          <p:nvPr/>
        </p:nvSpPr>
        <p:spPr>
          <a:xfrm rot="-840000">
            <a:off x="7077456" y="2642616"/>
            <a:ext cx="4023360" cy="2468880"/>
          </a:xfrm>
          <a:prstGeom prst="roundRect">
            <a:avLst>
              <a:gd name="adj" fmla="val 16667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7" name="o5"/>
          <p:cNvSpPr/>
          <p:nvPr/>
        </p:nvSpPr>
        <p:spPr>
          <a:xfrm rot="-840000">
            <a:off x="6949440" y="2514600"/>
            <a:ext cx="4023360" cy="2468880"/>
          </a:xfrm>
          <a:prstGeom prst="roundRect">
            <a:avLst>
              <a:gd name="adj" fmla="val 16667"/>
            </a:avLst>
          </a:prstGeom>
          <a:solidFill>
            <a:srgbClr val="C8106E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8" name="o6"/>
          <p:cNvSpPr/>
          <p:nvPr/>
        </p:nvSpPr>
        <p:spPr>
          <a:xfrm rot="-840000">
            <a:off x="6986016" y="2139696"/>
            <a:ext cx="4023360" cy="2468880"/>
          </a:xfrm>
          <a:prstGeom prst="roundRect">
            <a:avLst>
              <a:gd name="adj" fmla="val 16667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9" name="o7"/>
          <p:cNvSpPr/>
          <p:nvPr/>
        </p:nvSpPr>
        <p:spPr>
          <a:xfrm rot="-840000">
            <a:off x="6858000" y="2011680"/>
            <a:ext cx="402336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10" name="o8" descr="Boleta con casilla marca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840000">
            <a:off x="7387153" y="2240280"/>
            <a:ext cx="2965054" cy="2103120"/>
          </a:xfrm>
          <a:prstGeom prst="rect">
            <a:avLst/>
          </a:prstGeom>
        </p:spPr>
      </p:pic>
      <p:pic>
        <p:nvPicPr>
          <p:cNvPr id="11" name="o9" descr="Ícono de ReVo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0">
            <a:off x="10287000" y="502920"/>
            <a:ext cx="1417320" cy="1417320"/>
          </a:xfrm>
          <a:prstGeom prst="rect">
            <a:avLst/>
          </a:prstGeom>
        </p:spPr>
      </p:pic>
      <p:pic>
        <p:nvPicPr>
          <p:cNvPr id="12" name="o10" descr="img/estrell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6172200" y="548640"/>
            <a:ext cx="914400" cy="914400"/>
          </a:xfrm>
          <a:prstGeom prst="rect">
            <a:avLst/>
          </a:prstGeom>
        </p:spPr>
      </p:pic>
      <p:pic>
        <p:nvPicPr>
          <p:cNvPr id="13" name="o11" descr="img/destello-blanc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4846320"/>
            <a:ext cx="1188720" cy="1188720"/>
          </a:xfrm>
          <a:prstGeom prst="rect">
            <a:avLst/>
          </a:prstGeom>
        </p:spPr>
      </p:pic>
      <p:pic>
        <p:nvPicPr>
          <p:cNvPr id="14" name="o12" descr="img/espir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4892040"/>
            <a:ext cx="914400" cy="914400"/>
          </a:xfrm>
          <a:prstGeom prst="rect">
            <a:avLst/>
          </a:prstGeom>
        </p:spPr>
      </p:pic>
      <p:sp>
        <p:nvSpPr>
          <p:cNvPr id="15" name="o13"/>
          <p:cNvSpPr/>
          <p:nvPr/>
        </p:nvSpPr>
        <p:spPr>
          <a:xfrm rot="-240000">
            <a:off x="731520" y="1325880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2D94"/>
          </a:solidFill>
          <a:ln w="28575">
            <a:solidFill>
              <a:srgbClr val="FF2D94"/>
            </a:solidFill>
            <a:prstDash val="solid"/>
          </a:ln>
        </p:spPr>
      </p:sp>
      <p:sp>
        <p:nvSpPr>
          <p:cNvPr id="16" name="o14"/>
          <p:cNvSpPr/>
          <p:nvPr/>
        </p:nvSpPr>
        <p:spPr>
          <a:xfrm rot="-240000">
            <a:off x="640080" y="1234440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DE MARCA · 2026</a:t>
            </a:r>
            <a:endParaRPr lang="en-US" sz="1300" dirty="0"/>
          </a:p>
        </p:txBody>
      </p:sp>
      <p:sp>
        <p:nvSpPr>
          <p:cNvPr id="17" name="o15"/>
          <p:cNvSpPr txBox="1"/>
          <p:nvPr/>
        </p:nvSpPr>
        <p:spPr>
          <a:xfrm>
            <a:off x="594360" y="192024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ReVoto</a:t>
            </a:r>
            <a:endParaRPr lang="en-US" sz="11000" dirty="0"/>
          </a:p>
        </p:txBody>
      </p:sp>
      <p:pic>
        <p:nvPicPr>
          <p:cNvPr id="18" name="o16" descr="img/subrayad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3520440"/>
            <a:ext cx="4389120" cy="731520"/>
          </a:xfrm>
          <a:prstGeom prst="rect">
            <a:avLst/>
          </a:prstGeom>
        </p:spPr>
      </p:pic>
      <p:sp>
        <p:nvSpPr>
          <p:cNvPr id="19" name="o17"/>
          <p:cNvSpPr txBox="1"/>
          <p:nvPr/>
        </p:nvSpPr>
        <p:spPr>
          <a:xfrm>
            <a:off x="640080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6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Cada voto se suma.</a:t>
            </a:r>
            <a:endParaRPr lang="en-US" sz="3000" dirty="0"/>
          </a:p>
        </p:txBody>
      </p:sp>
      <p:sp>
        <p:nvSpPr>
          <p:cNvPr id="20" name="o18"/>
          <p:cNvSpPr txBox="1"/>
          <p:nvPr/>
        </p:nvSpPr>
        <p:spPr>
          <a:xfrm>
            <a:off x="640080" y="4983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Cómo se ve, cómo suena y cómo se usa la marca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 cuenta cuánto vota tu territorio.</a:t>
            </a:r>
            <a:endParaRPr lang="en-US" sz="1600" dirty="0"/>
          </a:p>
        </p:txBody>
      </p:sp>
      <p:sp>
        <p:nvSpPr>
          <p:cNvPr id="21" name="o19"/>
          <p:cNvSpPr txBox="1"/>
          <p:nvPr/>
        </p:nvSpPr>
        <p:spPr>
          <a:xfrm>
            <a:off x="640080" y="6309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Hackathon INE 2026 · MIWA · Versión 2.0 · Octubre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Marca lo que buscas</a:t>
            </a:r>
            <a:endParaRPr lang="en-US" sz="4000" dirty="0"/>
          </a:p>
        </p:txBody>
      </p:sp>
      <p:sp>
        <p:nvSpPr>
          <p:cNvPr id="3" name="o20"/>
          <p:cNvSpPr/>
          <p:nvPr/>
        </p:nvSpPr>
        <p:spPr>
          <a:xfrm rot="-180000">
            <a:off x="640080" y="411480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ÍNDICE</a:t>
            </a:r>
            <a:endParaRPr lang="en-US" sz="1300" dirty="0"/>
          </a:p>
        </p:txBody>
      </p:sp>
      <p:sp>
        <p:nvSpPr>
          <p:cNvPr id="4" name="o21"/>
          <p:cNvSpPr/>
          <p:nvPr/>
        </p:nvSpPr>
        <p:spPr>
          <a:xfrm rot="-90000">
            <a:off x="768096" y="1956816"/>
            <a:ext cx="6949440" cy="4251960"/>
          </a:xfrm>
          <a:prstGeom prst="roundRect">
            <a:avLst>
              <a:gd name="adj" fmla="val 7527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5" name="o22"/>
          <p:cNvSpPr/>
          <p:nvPr/>
        </p:nvSpPr>
        <p:spPr>
          <a:xfrm rot="-90000">
            <a:off x="640080" y="1828800"/>
            <a:ext cx="6949440" cy="4251960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6" name="o23"/>
          <p:cNvSpPr/>
          <p:nvPr/>
        </p:nvSpPr>
        <p:spPr>
          <a:xfrm rot="-90000">
            <a:off x="1143000" y="2148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7" name="o24"/>
          <p:cNvSpPr txBox="1"/>
          <p:nvPr/>
        </p:nvSpPr>
        <p:spPr>
          <a:xfrm>
            <a:off x="1874520" y="21671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6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o25"/>
          <p:cNvSpPr txBox="1"/>
          <p:nvPr/>
        </p:nvSpPr>
        <p:spPr>
          <a:xfrm>
            <a:off x="2560320" y="211226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Esencia</a:t>
            </a:r>
            <a:endParaRPr lang="en-US" sz="2800" dirty="0"/>
          </a:p>
        </p:txBody>
      </p:sp>
      <p:sp>
        <p:nvSpPr>
          <p:cNvPr id="9" name="o26"/>
          <p:cNvSpPr/>
          <p:nvPr/>
        </p:nvSpPr>
        <p:spPr>
          <a:xfrm rot="-90000">
            <a:off x="1143000" y="290779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0" name="o27"/>
          <p:cNvSpPr txBox="1"/>
          <p:nvPr/>
        </p:nvSpPr>
        <p:spPr>
          <a:xfrm>
            <a:off x="1874520" y="2926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6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o28"/>
          <p:cNvSpPr txBox="1"/>
          <p:nvPr/>
        </p:nvSpPr>
        <p:spPr>
          <a:xfrm>
            <a:off x="2560320" y="287121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Logotipo</a:t>
            </a:r>
            <a:endParaRPr lang="en-US" sz="2800" dirty="0"/>
          </a:p>
        </p:txBody>
      </p:sp>
      <p:sp>
        <p:nvSpPr>
          <p:cNvPr id="12" name="o29"/>
          <p:cNvSpPr/>
          <p:nvPr/>
        </p:nvSpPr>
        <p:spPr>
          <a:xfrm rot="-90000">
            <a:off x="1143000" y="366674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3" name="o30"/>
          <p:cNvSpPr txBox="1"/>
          <p:nvPr/>
        </p:nvSpPr>
        <p:spPr>
          <a:xfrm>
            <a:off x="1874520" y="36850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6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o31"/>
          <p:cNvSpPr txBox="1"/>
          <p:nvPr/>
        </p:nvSpPr>
        <p:spPr>
          <a:xfrm>
            <a:off x="2560320" y="36301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Color y tipografía</a:t>
            </a:r>
            <a:endParaRPr lang="en-US" sz="2800" dirty="0"/>
          </a:p>
        </p:txBody>
      </p:sp>
      <p:sp>
        <p:nvSpPr>
          <p:cNvPr id="15" name="o32"/>
          <p:cNvSpPr/>
          <p:nvPr/>
        </p:nvSpPr>
        <p:spPr>
          <a:xfrm rot="-90000">
            <a:off x="1143000" y="442569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6" name="o33"/>
          <p:cNvSpPr txBox="1"/>
          <p:nvPr/>
        </p:nvSpPr>
        <p:spPr>
          <a:xfrm>
            <a:off x="1874520" y="44439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6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o34"/>
          <p:cNvSpPr txBox="1"/>
          <p:nvPr/>
        </p:nvSpPr>
        <p:spPr>
          <a:xfrm>
            <a:off x="2560320" y="43891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Interfaz y datos</a:t>
            </a:r>
            <a:endParaRPr lang="en-US" sz="2800" dirty="0"/>
          </a:p>
        </p:txBody>
      </p:sp>
      <p:sp>
        <p:nvSpPr>
          <p:cNvPr id="18" name="o35"/>
          <p:cNvSpPr/>
          <p:nvPr/>
        </p:nvSpPr>
        <p:spPr>
          <a:xfrm rot="-90000">
            <a:off x="1143000" y="51846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9" name="o36"/>
          <p:cNvSpPr txBox="1"/>
          <p:nvPr/>
        </p:nvSpPr>
        <p:spPr>
          <a:xfrm>
            <a:off x="1874520" y="52029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6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1800" dirty="0"/>
          </a:p>
        </p:txBody>
      </p:sp>
      <p:sp>
        <p:nvSpPr>
          <p:cNvPr id="20" name="o37"/>
          <p:cNvSpPr txBox="1"/>
          <p:nvPr/>
        </p:nvSpPr>
        <p:spPr>
          <a:xfrm>
            <a:off x="2560320" y="514807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Aplicaciones</a:t>
            </a:r>
            <a:endParaRPr lang="en-US" sz="2800" dirty="0"/>
          </a:p>
        </p:txBody>
      </p:sp>
      <p:pic>
        <p:nvPicPr>
          <p:cNvPr id="21" name="o38" descr="img/palomi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360000">
            <a:off x="960120" y="1886971"/>
            <a:ext cx="868680" cy="752339"/>
          </a:xfrm>
          <a:prstGeom prst="rect">
            <a:avLst/>
          </a:prstGeom>
        </p:spPr>
      </p:pic>
      <p:pic>
        <p:nvPicPr>
          <p:cNvPr id="22" name="o39" descr="img/mancha-li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667022"/>
            <a:ext cx="4023360" cy="3249637"/>
          </a:xfrm>
          <a:prstGeom prst="rect">
            <a:avLst/>
          </a:prstGeom>
        </p:spPr>
      </p:pic>
      <p:pic>
        <p:nvPicPr>
          <p:cNvPr id="23" name="o40" descr="Isotip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80000">
            <a:off x="8573922" y="2194560"/>
            <a:ext cx="2603196" cy="2286000"/>
          </a:xfrm>
          <a:prstGeom prst="rect">
            <a:avLst/>
          </a:prstGeom>
        </p:spPr>
      </p:pic>
      <p:pic>
        <p:nvPicPr>
          <p:cNvPr id="24" name="o41" descr="img/flecha-izq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7689028" y="4846320"/>
            <a:ext cx="1629784" cy="822960"/>
          </a:xfrm>
          <a:prstGeom prst="rect">
            <a:avLst/>
          </a:prstGeom>
        </p:spPr>
      </p:pic>
      <p:sp>
        <p:nvSpPr>
          <p:cNvPr id="25" name="o42"/>
          <p:cNvSpPr/>
          <p:nvPr/>
        </p:nvSpPr>
        <p:spPr>
          <a:xfrm rot="240000">
            <a:off x="9144000" y="4983480"/>
            <a:ext cx="2468880" cy="868680"/>
          </a:xfrm>
          <a:prstGeom prst="roundRect">
            <a:avLst>
              <a:gd name="adj" fmla="val 21053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26" name="o43"/>
          <p:cNvSpPr/>
          <p:nvPr/>
        </p:nvSpPr>
        <p:spPr>
          <a:xfrm rot="240000">
            <a:off x="9052560" y="4892040"/>
            <a:ext cx="2468880" cy="868680"/>
          </a:xfrm>
          <a:prstGeom prst="roundRect">
            <a:avLst>
              <a:gd name="adj" fmla="val 21053"/>
            </a:avLst>
          </a:prstGeom>
          <a:solidFill>
            <a:srgbClr val="FFE3F1"/>
          </a:solidFill>
          <a:ln w="28575">
            <a:solidFill>
              <a:srgbClr val="171824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Una boleta, cinco casillas. Empieza por la que quieras.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2D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44" descr="img/mancha-ro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-794825"/>
            <a:ext cx="6949440" cy="5613009"/>
          </a:xfrm>
          <a:prstGeom prst="rect">
            <a:avLst/>
          </a:prstGeom>
        </p:spPr>
      </p:pic>
      <p:sp>
        <p:nvSpPr>
          <p:cNvPr id="3" name="o45"/>
          <p:cNvSpPr/>
          <p:nvPr/>
        </p:nvSpPr>
        <p:spPr>
          <a:xfrm>
            <a:off x="7818120" y="594360"/>
            <a:ext cx="3291840" cy="32918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4" name="o46"/>
          <p:cNvSpPr txBox="1"/>
          <p:nvPr/>
        </p:nvSpPr>
        <p:spPr>
          <a:xfrm>
            <a:off x="7818120" y="5943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5000" dirty="0"/>
          </a:p>
        </p:txBody>
      </p:sp>
      <p:pic>
        <p:nvPicPr>
          <p:cNvPr id="5" name="o47" descr="img/estrel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0000">
            <a:off x="10424160" y="3200400"/>
            <a:ext cx="1280160" cy="1280160"/>
          </a:xfrm>
          <a:prstGeom prst="rect">
            <a:avLst/>
          </a:prstGeom>
        </p:spPr>
      </p:pic>
      <p:pic>
        <p:nvPicPr>
          <p:cNvPr id="6" name="o48" descr="img/destello-blan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6949440" y="274320"/>
            <a:ext cx="1097280" cy="1097280"/>
          </a:xfrm>
          <a:prstGeom prst="rect">
            <a:avLst/>
          </a:prstGeom>
        </p:spPr>
      </p:pic>
      <p:sp>
        <p:nvSpPr>
          <p:cNvPr id="7" name="o49"/>
          <p:cNvSpPr/>
          <p:nvPr/>
        </p:nvSpPr>
        <p:spPr>
          <a:xfrm rot="-240000">
            <a:off x="640080" y="324612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SECCIÓN 01</a:t>
            </a:r>
            <a:endParaRPr lang="en-US" sz="1300" dirty="0"/>
          </a:p>
        </p:txBody>
      </p:sp>
      <p:sp>
        <p:nvSpPr>
          <p:cNvPr id="8" name="o50"/>
          <p:cNvSpPr txBox="1"/>
          <p:nvPr/>
        </p:nvSpPr>
        <p:spPr>
          <a:xfrm>
            <a:off x="640080" y="3840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Esencia</a:t>
            </a:r>
            <a:endParaRPr lang="en-US" sz="8000" dirty="0"/>
          </a:p>
        </p:txBody>
      </p:sp>
      <p:sp>
        <p:nvSpPr>
          <p:cNvPr id="9" name="o51"/>
          <p:cNvSpPr txBox="1"/>
          <p:nvPr/>
        </p:nvSpPr>
        <p:spPr>
          <a:xfrm>
            <a:off x="640080" y="5303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Qué es ReVoto, qué significa su símbolo y cómo habla.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 + Voto = tu voto en contexto</a:t>
            </a:r>
            <a:endParaRPr lang="en-US" sz="4000" dirty="0"/>
          </a:p>
        </p:txBody>
      </p:sp>
      <p:sp>
        <p:nvSpPr>
          <p:cNvPr id="3" name="o52"/>
          <p:cNvSpPr/>
          <p:nvPr/>
        </p:nvSpPr>
        <p:spPr>
          <a:xfrm rot="-180000">
            <a:off x="640080" y="411480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B481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CONCEPTO</a:t>
            </a:r>
            <a:endParaRPr lang="en-US" sz="1300" dirty="0"/>
          </a:p>
        </p:txBody>
      </p:sp>
      <p:sp>
        <p:nvSpPr>
          <p:cNvPr id="4" name="o53"/>
          <p:cNvSpPr/>
          <p:nvPr/>
        </p:nvSpPr>
        <p:spPr>
          <a:xfrm rot="-300000">
            <a:off x="731520" y="2240280"/>
            <a:ext cx="3200400" cy="2377440"/>
          </a:xfrm>
          <a:prstGeom prst="roundRect">
            <a:avLst>
              <a:gd name="adj" fmla="val 15385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5" name="o54"/>
          <p:cNvSpPr/>
          <p:nvPr/>
        </p:nvSpPr>
        <p:spPr>
          <a:xfrm rot="-300000">
            <a:off x="640080" y="2148840"/>
            <a:ext cx="3200400" cy="2377440"/>
          </a:xfrm>
          <a:prstGeom prst="roundRect">
            <a:avLst>
              <a:gd name="adj" fmla="val 15385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127000" tIns="330200" rIns="330200" bIns="12700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</a:t>
            </a:r>
            <a:endParaRPr lang="en-US" sz="6600" dirty="0"/>
          </a:p>
          <a:p>
            <a:pPr indent="0" marL="0">
              <a:buNone/>
            </a:pPr>
            <a:r>
              <a:rPr lang="en-US" sz="15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Volver a mirar, revisar, recontar.</a:t>
            </a:r>
            <a:endParaRPr lang="en-US" sz="6600" dirty="0"/>
          </a:p>
        </p:txBody>
      </p:sp>
      <p:sp>
        <p:nvSpPr>
          <p:cNvPr id="6" name="o55"/>
          <p:cNvSpPr txBox="1"/>
          <p:nvPr/>
        </p:nvSpPr>
        <p:spPr>
          <a:xfrm>
            <a:off x="3977640" y="28346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+</a:t>
            </a:r>
            <a:endParaRPr lang="en-US" sz="6000" dirty="0"/>
          </a:p>
        </p:txBody>
      </p:sp>
      <p:sp>
        <p:nvSpPr>
          <p:cNvPr id="7" name="o56"/>
          <p:cNvSpPr/>
          <p:nvPr/>
        </p:nvSpPr>
        <p:spPr>
          <a:xfrm rot="240000">
            <a:off x="4754880" y="2240280"/>
            <a:ext cx="3200400" cy="2377440"/>
          </a:xfrm>
          <a:prstGeom prst="roundRect">
            <a:avLst>
              <a:gd name="adj" fmla="val 15385"/>
            </a:avLst>
          </a:prstGeom>
          <a:solidFill>
            <a:srgbClr val="FF2D94"/>
          </a:solidFill>
          <a:ln w="28575">
            <a:solidFill>
              <a:srgbClr val="FF2D94"/>
            </a:solidFill>
            <a:prstDash val="solid"/>
          </a:ln>
        </p:spPr>
      </p:sp>
      <p:sp>
        <p:nvSpPr>
          <p:cNvPr id="8" name="o57"/>
          <p:cNvSpPr/>
          <p:nvPr/>
        </p:nvSpPr>
        <p:spPr>
          <a:xfrm rot="240000">
            <a:off x="4663440" y="2148840"/>
            <a:ext cx="3200400" cy="2377440"/>
          </a:xfrm>
          <a:prstGeom prst="roundRect">
            <a:avLst>
              <a:gd name="adj" fmla="val 15385"/>
            </a:avLst>
          </a:prstGeom>
          <a:solidFill>
            <a:srgbClr val="171824"/>
          </a:solidFill>
          <a:ln w="28575">
            <a:solidFill>
              <a:srgbClr val="171824"/>
            </a:solidFill>
          </a:ln>
        </p:spPr>
        <p:txBody>
          <a:bodyPr wrap="square" lIns="127000" tIns="330200" rIns="330200" bIns="12700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Voto</a:t>
            </a:r>
            <a:endParaRPr lang="en-US" sz="6600" dirty="0"/>
          </a:p>
          <a:p>
            <a:pPr indent="0" marL="0">
              <a:buNone/>
            </a:pPr>
            <a:r>
              <a:rPr lang="en-US" sz="1500" dirty="0">
                <a:solidFill>
                  <a:srgbClr val="FFE3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Participar, contar, sumarse.</a:t>
            </a:r>
            <a:endParaRPr lang="en-US" sz="6600" dirty="0"/>
          </a:p>
        </p:txBody>
      </p:sp>
      <p:sp>
        <p:nvSpPr>
          <p:cNvPr id="9" name="o58"/>
          <p:cNvSpPr txBox="1"/>
          <p:nvPr/>
        </p:nvSpPr>
        <p:spPr>
          <a:xfrm>
            <a:off x="8001000" y="28346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=</a:t>
            </a:r>
            <a:endParaRPr lang="en-US" sz="6000" dirty="0"/>
          </a:p>
        </p:txBody>
      </p:sp>
      <p:sp>
        <p:nvSpPr>
          <p:cNvPr id="10" name="o59"/>
          <p:cNvSpPr/>
          <p:nvPr/>
        </p:nvSpPr>
        <p:spPr>
          <a:xfrm rot="-180000">
            <a:off x="8823960" y="2057400"/>
            <a:ext cx="2834640" cy="2743200"/>
          </a:xfrm>
          <a:prstGeom prst="roundRect">
            <a:avLst>
              <a:gd name="adj" fmla="val 13333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1" name="o60"/>
          <p:cNvSpPr/>
          <p:nvPr/>
        </p:nvSpPr>
        <p:spPr>
          <a:xfrm rot="-180000">
            <a:off x="8732520" y="1965960"/>
            <a:ext cx="2834640" cy="27432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127000" tIns="279400" rIns="279400" bIns="12700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6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Tu voto en contexto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Cuánto vota tu territorio y de dónde sale cada cifra.</a:t>
            </a:r>
            <a:endParaRPr lang="en-US" sz="2800" dirty="0"/>
          </a:p>
        </p:txBody>
      </p:sp>
      <p:pic>
        <p:nvPicPr>
          <p:cNvPr id="12" name="o61" descr="img/destel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1371600"/>
            <a:ext cx="822960" cy="822960"/>
          </a:xfrm>
          <a:prstGeom prst="rect">
            <a:avLst/>
          </a:prstGeom>
        </p:spPr>
      </p:pic>
      <p:sp>
        <p:nvSpPr>
          <p:cNvPr id="13" name="o62"/>
          <p:cNvSpPr txBox="1"/>
          <p:nvPr/>
        </p:nvSpPr>
        <p:spPr>
          <a:xfrm>
            <a:off x="640080" y="5257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 colores de partido, sin juicios: </a:t>
            </a:r>
            <a:pPr indent="0" marL="0">
              <a:buNone/>
            </a:pPr>
            <a:r>
              <a:rPr lang="en-US" sz="18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solo cifras claras, con su territorio, su periodo y su fuente.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Tres boletas que se suman</a:t>
            </a:r>
            <a:endParaRPr lang="en-US" sz="4000" dirty="0"/>
          </a:p>
        </p:txBody>
      </p:sp>
      <p:sp>
        <p:nvSpPr>
          <p:cNvPr id="4" name="o63"/>
          <p:cNvSpPr/>
          <p:nvPr/>
        </p:nvSpPr>
        <p:spPr>
          <a:xfrm rot="-180000">
            <a:off x="640080" y="411480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SÍMBOLO</a:t>
            </a:r>
            <a:endParaRPr lang="en-US" sz="1300" dirty="0"/>
          </a:p>
        </p:txBody>
      </p:sp>
      <p:pic>
        <p:nvPicPr>
          <p:cNvPr id="5" name="o64" descr="img/mancha-bl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438422"/>
            <a:ext cx="6400800" cy="5169877"/>
          </a:xfrm>
          <a:prstGeom prst="rect">
            <a:avLst/>
          </a:prstGeom>
        </p:spPr>
      </p:pic>
      <p:pic>
        <p:nvPicPr>
          <p:cNvPr id="6" name="o65" descr="Tarjeta inferi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971800"/>
            <a:ext cx="2926080" cy="2569541"/>
          </a:xfrm>
          <a:prstGeom prst="rect">
            <a:avLst/>
          </a:prstGeom>
        </p:spPr>
      </p:pic>
      <p:pic>
        <p:nvPicPr>
          <p:cNvPr id="7" name="o66" descr="Tarjeta intermed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542032"/>
            <a:ext cx="2926080" cy="2569541"/>
          </a:xfrm>
          <a:prstGeom prst="rect">
            <a:avLst/>
          </a:prstGeom>
        </p:spPr>
      </p:pic>
      <p:pic>
        <p:nvPicPr>
          <p:cNvPr id="8" name="o67" descr="Tarjeta superi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2057400"/>
            <a:ext cx="2926080" cy="2569541"/>
          </a:xfrm>
          <a:prstGeom prst="rect">
            <a:avLst/>
          </a:prstGeom>
        </p:spPr>
      </p:pic>
      <p:pic>
        <p:nvPicPr>
          <p:cNvPr id="9" name="o68" descr="img/flecha-blanc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900000">
            <a:off x="5806440" y="2032050"/>
            <a:ext cx="1005840" cy="507899"/>
          </a:xfrm>
          <a:prstGeom prst="rect">
            <a:avLst/>
          </a:prstGeom>
        </p:spPr>
      </p:pic>
      <p:sp>
        <p:nvSpPr>
          <p:cNvPr id="10" name="o69"/>
          <p:cNvSpPr/>
          <p:nvPr/>
        </p:nvSpPr>
        <p:spPr>
          <a:xfrm rot="-120000">
            <a:off x="7040880" y="2057400"/>
            <a:ext cx="4572000" cy="960120"/>
          </a:xfrm>
          <a:prstGeom prst="roundRect">
            <a:avLst>
              <a:gd name="adj" fmla="val 2381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1" name="o70"/>
          <p:cNvSpPr/>
          <p:nvPr/>
        </p:nvSpPr>
        <p:spPr>
          <a:xfrm rot="-120000">
            <a:off x="6949440" y="1965960"/>
            <a:ext cx="4572000" cy="960120"/>
          </a:xfrm>
          <a:prstGeom prst="roundRect">
            <a:avLst>
              <a:gd name="adj" fmla="val 23810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Tarjeta superior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Tu municipio: lo más cercano a ti.</a:t>
            </a:r>
            <a:endParaRPr lang="en-US" sz="1900" dirty="0"/>
          </a:p>
        </p:txBody>
      </p:sp>
      <p:pic>
        <p:nvPicPr>
          <p:cNvPr id="12" name="o71" descr="img/flecha-blanc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900000">
            <a:off x="5806440" y="3239058"/>
            <a:ext cx="1005840" cy="507899"/>
          </a:xfrm>
          <a:prstGeom prst="rect">
            <a:avLst/>
          </a:prstGeom>
        </p:spPr>
      </p:pic>
      <p:sp>
        <p:nvSpPr>
          <p:cNvPr id="13" name="o72"/>
          <p:cNvSpPr/>
          <p:nvPr/>
        </p:nvSpPr>
        <p:spPr>
          <a:xfrm rot="120000">
            <a:off x="7040880" y="3264408"/>
            <a:ext cx="4572000" cy="960120"/>
          </a:xfrm>
          <a:prstGeom prst="roundRect">
            <a:avLst>
              <a:gd name="adj" fmla="val 2381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4" name="o73"/>
          <p:cNvSpPr/>
          <p:nvPr/>
        </p:nvSpPr>
        <p:spPr>
          <a:xfrm rot="120000">
            <a:off x="6949440" y="3172968"/>
            <a:ext cx="4572000" cy="960120"/>
          </a:xfrm>
          <a:prstGeom prst="roundRect">
            <a:avLst>
              <a:gd name="adj" fmla="val 23810"/>
            </a:avLst>
          </a:prstGeom>
          <a:solidFill>
            <a:srgbClr val="C8106E"/>
          </a:solidFill>
          <a:ln w="28575">
            <a:solidFill>
              <a:srgbClr val="171824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Tarjeta intermedia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Tu entidad: el contexto inmediato.</a:t>
            </a:r>
            <a:endParaRPr lang="en-US" sz="1900" dirty="0"/>
          </a:p>
        </p:txBody>
      </p:sp>
      <p:pic>
        <p:nvPicPr>
          <p:cNvPr id="15" name="o74" descr="img/flecha-blanc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900000">
            <a:off x="5806440" y="4446066"/>
            <a:ext cx="1005840" cy="507899"/>
          </a:xfrm>
          <a:prstGeom prst="rect">
            <a:avLst/>
          </a:prstGeom>
        </p:spPr>
      </p:pic>
      <p:sp>
        <p:nvSpPr>
          <p:cNvPr id="16" name="o75"/>
          <p:cNvSpPr/>
          <p:nvPr/>
        </p:nvSpPr>
        <p:spPr>
          <a:xfrm rot="-90000">
            <a:off x="7040880" y="4471416"/>
            <a:ext cx="4572000" cy="960120"/>
          </a:xfrm>
          <a:prstGeom prst="roundRect">
            <a:avLst>
              <a:gd name="adj" fmla="val 2381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7" name="o76"/>
          <p:cNvSpPr/>
          <p:nvPr/>
        </p:nvSpPr>
        <p:spPr>
          <a:xfrm rot="-90000">
            <a:off x="6949440" y="4379976"/>
            <a:ext cx="4572000" cy="960120"/>
          </a:xfrm>
          <a:prstGeom prst="roundRect">
            <a:avLst>
              <a:gd name="adj" fmla="val 23810"/>
            </a:avLst>
          </a:prstGeom>
          <a:solidFill>
            <a:srgbClr val="933D82"/>
          </a:solidFill>
          <a:ln w="28575">
            <a:solidFill>
              <a:srgbClr val="171824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Tarjeta inferior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país: la base que sostiene todo.</a:t>
            </a:r>
            <a:endParaRPr lang="en-US" sz="1900" dirty="0"/>
          </a:p>
        </p:txBody>
      </p:sp>
      <p:sp>
        <p:nvSpPr>
          <p:cNvPr id="18" name="o77"/>
          <p:cNvSpPr txBox="1"/>
          <p:nvPr/>
        </p:nvSpPr>
        <p:spPr>
          <a:xfrm>
            <a:off x="6949440" y="5623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3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sección electoral nunca aparece: es demasiado pequeña para publicarse con seguridad.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E3F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 ReVoto fuera persona, sería…</a:t>
            </a:r>
            <a:endParaRPr lang="en-US" sz="4000" dirty="0"/>
          </a:p>
        </p:txBody>
      </p:sp>
      <p:sp>
        <p:nvSpPr>
          <p:cNvPr id="3" name="o78"/>
          <p:cNvSpPr/>
          <p:nvPr/>
        </p:nvSpPr>
        <p:spPr>
          <a:xfrm rot="-180000">
            <a:off x="640080" y="41148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PERSONALIDAD</a:t>
            </a:r>
            <a:endParaRPr lang="en-US" sz="1300" dirty="0"/>
          </a:p>
        </p:txBody>
      </p:sp>
      <p:sp>
        <p:nvSpPr>
          <p:cNvPr id="4" name="o79"/>
          <p:cNvSpPr/>
          <p:nvPr/>
        </p:nvSpPr>
        <p:spPr>
          <a:xfrm rot="-180000">
            <a:off x="841248" y="2441448"/>
            <a:ext cx="2514600" cy="3200400"/>
          </a:xfrm>
          <a:prstGeom prst="roundRect">
            <a:avLst>
              <a:gd name="adj" fmla="val 12727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5" name="o80"/>
          <p:cNvSpPr/>
          <p:nvPr/>
        </p:nvSpPr>
        <p:spPr>
          <a:xfrm rot="-180000">
            <a:off x="731520" y="2331720"/>
            <a:ext cx="2514600" cy="320040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6" name="o81"/>
          <p:cNvSpPr/>
          <p:nvPr/>
        </p:nvSpPr>
        <p:spPr>
          <a:xfrm>
            <a:off x="1485900" y="1920240"/>
            <a:ext cx="1005840" cy="1005840"/>
          </a:xfrm>
          <a:prstGeom prst="ellipse">
            <a:avLst/>
          </a:prstGeom>
          <a:solidFill>
            <a:srgbClr val="FF2D94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7" name="o82" descr="img/ic-hearthandshake-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130552"/>
            <a:ext cx="585216" cy="585216"/>
          </a:xfrm>
          <a:prstGeom prst="rect">
            <a:avLst/>
          </a:prstGeom>
        </p:spPr>
      </p:pic>
      <p:sp>
        <p:nvSpPr>
          <p:cNvPr id="8" name="o83"/>
          <p:cNvSpPr txBox="1"/>
          <p:nvPr/>
        </p:nvSpPr>
        <p:spPr>
          <a:xfrm rot="-180000">
            <a:off x="960120" y="3154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Cercana</a:t>
            </a:r>
            <a:endParaRPr lang="en-US" sz="2600" dirty="0"/>
          </a:p>
        </p:txBody>
      </p:sp>
      <p:sp>
        <p:nvSpPr>
          <p:cNvPr id="9" name="o84"/>
          <p:cNvSpPr txBox="1"/>
          <p:nvPr/>
        </p:nvSpPr>
        <p:spPr>
          <a:xfrm rot="-180000">
            <a:off x="1005840" y="379476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 habla de tú y empieza por tu territorio.</a:t>
            </a:r>
            <a:endParaRPr lang="en-US" sz="1500" dirty="0"/>
          </a:p>
        </p:txBody>
      </p:sp>
      <p:sp>
        <p:nvSpPr>
          <p:cNvPr id="10" name="o85"/>
          <p:cNvSpPr/>
          <p:nvPr/>
        </p:nvSpPr>
        <p:spPr>
          <a:xfrm rot="120000">
            <a:off x="3602736" y="2715768"/>
            <a:ext cx="2514600" cy="3200400"/>
          </a:xfrm>
          <a:prstGeom prst="roundRect">
            <a:avLst>
              <a:gd name="adj" fmla="val 12727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1" name="o86"/>
          <p:cNvSpPr/>
          <p:nvPr/>
        </p:nvSpPr>
        <p:spPr>
          <a:xfrm rot="120000">
            <a:off x="3493008" y="2606040"/>
            <a:ext cx="2514600" cy="320040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2" name="o87"/>
          <p:cNvSpPr/>
          <p:nvPr/>
        </p:nvSpPr>
        <p:spPr>
          <a:xfrm>
            <a:off x="4247388" y="2194560"/>
            <a:ext cx="1005840" cy="1005840"/>
          </a:xfrm>
          <a:prstGeom prst="ellipse">
            <a:avLst/>
          </a:prstGeom>
          <a:solidFill>
            <a:srgbClr val="B481FF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13" name="o88" descr="img/ic-eye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404872"/>
            <a:ext cx="585216" cy="585216"/>
          </a:xfrm>
          <a:prstGeom prst="rect">
            <a:avLst/>
          </a:prstGeom>
        </p:spPr>
      </p:pic>
      <p:sp>
        <p:nvSpPr>
          <p:cNvPr id="14" name="o89"/>
          <p:cNvSpPr txBox="1"/>
          <p:nvPr/>
        </p:nvSpPr>
        <p:spPr>
          <a:xfrm rot="120000">
            <a:off x="3721608" y="3429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Clara</a:t>
            </a:r>
            <a:endParaRPr lang="en-US" sz="2600" dirty="0"/>
          </a:p>
        </p:txBody>
      </p:sp>
      <p:sp>
        <p:nvSpPr>
          <p:cNvPr id="15" name="o90"/>
          <p:cNvSpPr txBox="1"/>
          <p:nvPr/>
        </p:nvSpPr>
        <p:spPr>
          <a:xfrm rot="120000">
            <a:off x="3767328" y="40690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Una idea y una cifra por pantalla.</a:t>
            </a:r>
            <a:endParaRPr lang="en-US" sz="1500" dirty="0"/>
          </a:p>
        </p:txBody>
      </p:sp>
      <p:sp>
        <p:nvSpPr>
          <p:cNvPr id="16" name="o91"/>
          <p:cNvSpPr/>
          <p:nvPr/>
        </p:nvSpPr>
        <p:spPr>
          <a:xfrm rot="-120000">
            <a:off x="6364224" y="2441448"/>
            <a:ext cx="2514600" cy="3200400"/>
          </a:xfrm>
          <a:prstGeom prst="roundRect">
            <a:avLst>
              <a:gd name="adj" fmla="val 12727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7" name="o92"/>
          <p:cNvSpPr/>
          <p:nvPr/>
        </p:nvSpPr>
        <p:spPr>
          <a:xfrm rot="-120000">
            <a:off x="6254496" y="2331720"/>
            <a:ext cx="2514600" cy="320040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8" name="o93"/>
          <p:cNvSpPr/>
          <p:nvPr/>
        </p:nvSpPr>
        <p:spPr>
          <a:xfrm>
            <a:off x="7008876" y="1920240"/>
            <a:ext cx="1005840" cy="1005840"/>
          </a:xfrm>
          <a:prstGeom prst="ellipse">
            <a:avLst/>
          </a:prstGeom>
          <a:solidFill>
            <a:srgbClr val="8495FF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19" name="o94" descr="img/ic-scale-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88" y="2130552"/>
            <a:ext cx="585216" cy="585216"/>
          </a:xfrm>
          <a:prstGeom prst="rect">
            <a:avLst/>
          </a:prstGeom>
        </p:spPr>
      </p:pic>
      <p:sp>
        <p:nvSpPr>
          <p:cNvPr id="20" name="o95"/>
          <p:cNvSpPr txBox="1"/>
          <p:nvPr/>
        </p:nvSpPr>
        <p:spPr>
          <a:xfrm rot="-120000">
            <a:off x="6483096" y="3154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Neutral</a:t>
            </a:r>
            <a:endParaRPr lang="en-US" sz="2600" dirty="0"/>
          </a:p>
        </p:txBody>
      </p:sp>
      <p:sp>
        <p:nvSpPr>
          <p:cNvPr id="21" name="o96"/>
          <p:cNvSpPr txBox="1"/>
          <p:nvPr/>
        </p:nvSpPr>
        <p:spPr>
          <a:xfrm rot="-120000">
            <a:off x="6528816" y="379476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Nada favorece a un partido: ni color, ni palabra, ni imagen.</a:t>
            </a:r>
            <a:endParaRPr lang="en-US" sz="1500" dirty="0"/>
          </a:p>
        </p:txBody>
      </p:sp>
      <p:sp>
        <p:nvSpPr>
          <p:cNvPr id="22" name="o97"/>
          <p:cNvSpPr/>
          <p:nvPr/>
        </p:nvSpPr>
        <p:spPr>
          <a:xfrm rot="180000">
            <a:off x="9125712" y="2715768"/>
            <a:ext cx="2514600" cy="3200400"/>
          </a:xfrm>
          <a:prstGeom prst="roundRect">
            <a:avLst>
              <a:gd name="adj" fmla="val 12727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23" name="o98"/>
          <p:cNvSpPr/>
          <p:nvPr/>
        </p:nvSpPr>
        <p:spPr>
          <a:xfrm rot="180000">
            <a:off x="9015984" y="2606040"/>
            <a:ext cx="2514600" cy="320040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24" name="o99"/>
          <p:cNvSpPr/>
          <p:nvPr/>
        </p:nvSpPr>
        <p:spPr>
          <a:xfrm>
            <a:off x="9770364" y="2194560"/>
            <a:ext cx="1005840" cy="1005840"/>
          </a:xfrm>
          <a:prstGeom prst="ellipse">
            <a:avLst/>
          </a:prstGeom>
          <a:solidFill>
            <a:srgbClr val="5D1B6D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25" name="o100" descr="img/ic-searchcheck-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0676" y="2404872"/>
            <a:ext cx="585216" cy="585216"/>
          </a:xfrm>
          <a:prstGeom prst="rect">
            <a:avLst/>
          </a:prstGeom>
        </p:spPr>
      </p:pic>
      <p:sp>
        <p:nvSpPr>
          <p:cNvPr id="26" name="o101"/>
          <p:cNvSpPr txBox="1"/>
          <p:nvPr/>
        </p:nvSpPr>
        <p:spPr>
          <a:xfrm rot="180000">
            <a:off x="9244584" y="3429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Verificable</a:t>
            </a:r>
            <a:endParaRPr lang="en-US" sz="2600" dirty="0"/>
          </a:p>
        </p:txBody>
      </p:sp>
      <p:sp>
        <p:nvSpPr>
          <p:cNvPr id="27" name="o102"/>
          <p:cNvSpPr txBox="1"/>
          <p:nvPr/>
        </p:nvSpPr>
        <p:spPr>
          <a:xfrm rot="180000">
            <a:off x="9290304" y="40690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Toda cifra dice dónde, cuándo y de dónde sale.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Hablamos como una amiga que sabe</a:t>
            </a:r>
            <a:endParaRPr lang="en-US" sz="4000" dirty="0"/>
          </a:p>
        </p:txBody>
      </p:sp>
      <p:sp>
        <p:nvSpPr>
          <p:cNvPr id="3" name="o103"/>
          <p:cNvSpPr/>
          <p:nvPr/>
        </p:nvSpPr>
        <p:spPr>
          <a:xfrm rot="-180000">
            <a:off x="640080" y="411480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8495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VOZ Y TONO</a:t>
            </a:r>
            <a:endParaRPr lang="en-US" sz="1300" dirty="0"/>
          </a:p>
        </p:txBody>
      </p:sp>
      <p:sp>
        <p:nvSpPr>
          <p:cNvPr id="4" name="o104"/>
          <p:cNvSpPr/>
          <p:nvPr/>
        </p:nvSpPr>
        <p:spPr>
          <a:xfrm rot="-120000">
            <a:off x="731520" y="196596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5" name="o105"/>
          <p:cNvSpPr/>
          <p:nvPr/>
        </p:nvSpPr>
        <p:spPr>
          <a:xfrm rot="-120000">
            <a:off x="640080" y="18745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 ASÍ SÍ</a:t>
            </a:r>
            <a:endParaRPr lang="en-US" sz="1300" dirty="0"/>
          </a:p>
        </p:txBody>
      </p:sp>
      <p:sp>
        <p:nvSpPr>
          <p:cNvPr id="6" name="o106"/>
          <p:cNvSpPr/>
          <p:nvPr/>
        </p:nvSpPr>
        <p:spPr>
          <a:xfrm rot="120000">
            <a:off x="6537960" y="196596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C8106E"/>
          </a:solidFill>
          <a:ln w="28575">
            <a:solidFill>
              <a:srgbClr val="C8106E"/>
            </a:solidFill>
            <a:prstDash val="solid"/>
          </a:ln>
        </p:spPr>
      </p:sp>
      <p:sp>
        <p:nvSpPr>
          <p:cNvPr id="7" name="o107"/>
          <p:cNvSpPr/>
          <p:nvPr/>
        </p:nvSpPr>
        <p:spPr>
          <a:xfrm rot="120000">
            <a:off x="6446520" y="18745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✕  ASÍ NO</a:t>
            </a:r>
            <a:endParaRPr lang="en-US" sz="1300" dirty="0"/>
          </a:p>
        </p:txBody>
      </p:sp>
      <p:sp>
        <p:nvSpPr>
          <p:cNvPr id="8" name="o108"/>
          <p:cNvSpPr/>
          <p:nvPr/>
        </p:nvSpPr>
        <p:spPr>
          <a:xfrm rot="-60000">
            <a:off x="704088" y="2624328"/>
            <a:ext cx="5120640" cy="749808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9" name="o109"/>
          <p:cNvSpPr/>
          <p:nvPr/>
        </p:nvSpPr>
        <p:spPr>
          <a:xfrm rot="-60000">
            <a:off x="640080" y="2560320"/>
            <a:ext cx="5120640" cy="7498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¿Cuánto vota tu territorio?</a:t>
            </a:r>
            <a:endParaRPr lang="en-US" sz="1700" dirty="0"/>
          </a:p>
        </p:txBody>
      </p:sp>
      <p:sp>
        <p:nvSpPr>
          <p:cNvPr id="10" name="o110"/>
          <p:cNvSpPr/>
          <p:nvPr/>
        </p:nvSpPr>
        <p:spPr>
          <a:xfrm rot="60000">
            <a:off x="1069848" y="3648456"/>
            <a:ext cx="5120640" cy="749808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1" name="o111"/>
          <p:cNvSpPr/>
          <p:nvPr/>
        </p:nvSpPr>
        <p:spPr>
          <a:xfrm rot="60000">
            <a:off x="1005840" y="3584448"/>
            <a:ext cx="5120640" cy="749808"/>
          </a:xfrm>
          <a:prstGeom prst="roundRect">
            <a:avLst>
              <a:gd name="adj" fmla="val 50000"/>
            </a:avLst>
          </a:prstGeom>
          <a:solidFill>
            <a:srgbClr val="FFE3F1"/>
          </a:solidFill>
          <a:ln w="28575">
            <a:solidFill>
              <a:srgbClr val="171824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Seis de cada diez personas votaron en 2024.</a:t>
            </a:r>
            <a:endParaRPr lang="en-US" sz="1700" dirty="0"/>
          </a:p>
        </p:txBody>
      </p:sp>
      <p:sp>
        <p:nvSpPr>
          <p:cNvPr id="12" name="o112"/>
          <p:cNvSpPr/>
          <p:nvPr/>
        </p:nvSpPr>
        <p:spPr>
          <a:xfrm rot="-60000">
            <a:off x="704088" y="4672584"/>
            <a:ext cx="5120640" cy="749808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3" name="o113"/>
          <p:cNvSpPr/>
          <p:nvPr/>
        </p:nvSpPr>
        <p:spPr>
          <a:xfrm rot="-60000">
            <a:off x="640080" y="4608576"/>
            <a:ext cx="5120640" cy="7498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Tú decides cuándo pasar a la siguiente pantalla.</a:t>
            </a:r>
            <a:endParaRPr lang="en-US" sz="1700" dirty="0"/>
          </a:p>
        </p:txBody>
      </p:sp>
      <p:sp>
        <p:nvSpPr>
          <p:cNvPr id="14" name="o114"/>
          <p:cNvSpPr/>
          <p:nvPr/>
        </p:nvSpPr>
        <p:spPr>
          <a:xfrm rot="60000">
            <a:off x="6446520" y="2560320"/>
            <a:ext cx="4754880" cy="749808"/>
          </a:xfrm>
          <a:prstGeom prst="roundRect">
            <a:avLst>
              <a:gd name="adj" fmla="val 50000"/>
            </a:avLst>
          </a:prstGeom>
          <a:solidFill>
            <a:srgbClr val="F3F2F5"/>
          </a:solidFill>
          <a:ln w="19050">
            <a:solidFill>
              <a:srgbClr val="8C8796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¡¡Los jóvenes no votan!!</a:t>
            </a:r>
            <a:endParaRPr lang="en-US" sz="1700" dirty="0"/>
          </a:p>
        </p:txBody>
      </p:sp>
      <p:pic>
        <p:nvPicPr>
          <p:cNvPr id="15" name="o115" descr="img/tach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480000">
            <a:off x="10789920" y="2450592"/>
            <a:ext cx="548640" cy="548640"/>
          </a:xfrm>
          <a:prstGeom prst="rect">
            <a:avLst/>
          </a:prstGeom>
        </p:spPr>
      </p:pic>
      <p:sp>
        <p:nvSpPr>
          <p:cNvPr id="16" name="o116"/>
          <p:cNvSpPr/>
          <p:nvPr/>
        </p:nvSpPr>
        <p:spPr>
          <a:xfrm rot="-60000">
            <a:off x="6812280" y="3584448"/>
            <a:ext cx="4754880" cy="749808"/>
          </a:xfrm>
          <a:prstGeom prst="roundRect">
            <a:avLst>
              <a:gd name="adj" fmla="val 50000"/>
            </a:avLst>
          </a:prstGeom>
          <a:solidFill>
            <a:srgbClr val="F3F2F5"/>
          </a:solidFill>
          <a:ln w="19050">
            <a:solidFill>
              <a:srgbClr val="8C8796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Vota por el cambio.</a:t>
            </a:r>
            <a:endParaRPr lang="en-US" sz="1700" dirty="0"/>
          </a:p>
        </p:txBody>
      </p:sp>
      <p:pic>
        <p:nvPicPr>
          <p:cNvPr id="17" name="o117" descr="img/tach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80000">
            <a:off x="11155680" y="3474720"/>
            <a:ext cx="548640" cy="548640"/>
          </a:xfrm>
          <a:prstGeom prst="rect">
            <a:avLst/>
          </a:prstGeom>
        </p:spPr>
      </p:pic>
      <p:sp>
        <p:nvSpPr>
          <p:cNvPr id="18" name="o118"/>
          <p:cNvSpPr/>
          <p:nvPr/>
        </p:nvSpPr>
        <p:spPr>
          <a:xfrm rot="60000">
            <a:off x="6446520" y="4608576"/>
            <a:ext cx="4754880" cy="749808"/>
          </a:xfrm>
          <a:prstGeom prst="roundRect">
            <a:avLst>
              <a:gd name="adj" fmla="val 50000"/>
            </a:avLst>
          </a:prstGeom>
          <a:solidFill>
            <a:srgbClr val="F3F2F5"/>
          </a:solidFill>
          <a:ln w="19050">
            <a:solidFill>
              <a:srgbClr val="8C8796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Tasa ajustada por registros NS.</a:t>
            </a:r>
            <a:endParaRPr lang="en-US" sz="1700" dirty="0"/>
          </a:p>
        </p:txBody>
      </p:sp>
      <p:pic>
        <p:nvPicPr>
          <p:cNvPr id="19" name="o119" descr="img/tach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80000">
            <a:off x="10789920" y="4498848"/>
            <a:ext cx="548640" cy="548640"/>
          </a:xfrm>
          <a:prstGeom prst="rect">
            <a:avLst/>
          </a:prstGeom>
        </p:spPr>
      </p:pic>
      <p:sp>
        <p:nvSpPr>
          <p:cNvPr id="20" name="o120"/>
          <p:cNvSpPr/>
          <p:nvPr/>
        </p:nvSpPr>
        <p:spPr>
          <a:xfrm>
            <a:off x="640080" y="5715000"/>
            <a:ext cx="108813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nombre se escribe </a:t>
            </a:r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ReVoto</a:t>
            </a:r>
            <a:pPr algn="ctr" indent="0" marL="0">
              <a:buNone/>
            </a:pPr>
            <a:r>
              <a:rPr lang="en-US" sz="14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: una palabra, R y V mayúsculas. Solo el logotipo va en mayúsculas (REVOTO).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D1B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121" descr="img/mancha-cirue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-794825"/>
            <a:ext cx="6949440" cy="5613009"/>
          </a:xfrm>
          <a:prstGeom prst="rect">
            <a:avLst/>
          </a:prstGeom>
        </p:spPr>
      </p:pic>
      <p:sp>
        <p:nvSpPr>
          <p:cNvPr id="3" name="o122"/>
          <p:cNvSpPr/>
          <p:nvPr/>
        </p:nvSpPr>
        <p:spPr>
          <a:xfrm>
            <a:off x="7818120" y="594360"/>
            <a:ext cx="3291840" cy="3291840"/>
          </a:xfrm>
          <a:prstGeom prst="ellipse">
            <a:avLst/>
          </a:prstGeom>
          <a:solidFill>
            <a:srgbClr val="FF2D9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4" name="o123"/>
          <p:cNvSpPr txBox="1"/>
          <p:nvPr/>
        </p:nvSpPr>
        <p:spPr>
          <a:xfrm>
            <a:off x="7818120" y="5943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5000" dirty="0"/>
          </a:p>
        </p:txBody>
      </p:sp>
      <p:pic>
        <p:nvPicPr>
          <p:cNvPr id="5" name="o124" descr="img/destell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0000">
            <a:off x="10424160" y="3200400"/>
            <a:ext cx="1280160" cy="1280160"/>
          </a:xfrm>
          <a:prstGeom prst="rect">
            <a:avLst/>
          </a:prstGeom>
        </p:spPr>
      </p:pic>
      <p:pic>
        <p:nvPicPr>
          <p:cNvPr id="6" name="o125" descr="img/estrella-m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6949440" y="274320"/>
            <a:ext cx="1097280" cy="1097280"/>
          </a:xfrm>
          <a:prstGeom prst="rect">
            <a:avLst/>
          </a:prstGeom>
        </p:spPr>
      </p:pic>
      <p:sp>
        <p:nvSpPr>
          <p:cNvPr id="7" name="o126"/>
          <p:cNvSpPr/>
          <p:nvPr/>
        </p:nvSpPr>
        <p:spPr>
          <a:xfrm rot="-240000">
            <a:off x="640080" y="324612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SECCIÓN 02</a:t>
            </a:r>
            <a:endParaRPr lang="en-US" sz="1300" dirty="0"/>
          </a:p>
        </p:txBody>
      </p:sp>
      <p:sp>
        <p:nvSpPr>
          <p:cNvPr id="8" name="o127"/>
          <p:cNvSpPr txBox="1"/>
          <p:nvPr/>
        </p:nvSpPr>
        <p:spPr>
          <a:xfrm>
            <a:off x="640080" y="3840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Logotipo</a:t>
            </a:r>
            <a:endParaRPr lang="en-US" sz="8000" dirty="0"/>
          </a:p>
        </p:txBody>
      </p:sp>
      <p:sp>
        <p:nvSpPr>
          <p:cNvPr id="9" name="o128"/>
          <p:cNvSpPr txBox="1"/>
          <p:nvPr/>
        </p:nvSpPr>
        <p:spPr>
          <a:xfrm>
            <a:off x="640080" y="5303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Versiones, construcción, tamaños y reglas de uso.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Tres formas de firmar</a:t>
            </a:r>
            <a:endParaRPr lang="en-US" sz="4000" dirty="0"/>
          </a:p>
        </p:txBody>
      </p:sp>
      <p:sp>
        <p:nvSpPr>
          <p:cNvPr id="3" name="o129"/>
          <p:cNvSpPr/>
          <p:nvPr/>
        </p:nvSpPr>
        <p:spPr>
          <a:xfrm rot="-180000">
            <a:off x="640080" y="411480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VERSIONES</a:t>
            </a:r>
            <a:endParaRPr lang="en-US" sz="1300" dirty="0"/>
          </a:p>
        </p:txBody>
      </p:sp>
      <p:sp>
        <p:nvSpPr>
          <p:cNvPr id="4" name="o130"/>
          <p:cNvSpPr/>
          <p:nvPr/>
        </p:nvSpPr>
        <p:spPr>
          <a:xfrm rot="-180000">
            <a:off x="896112" y="2130552"/>
            <a:ext cx="3337560" cy="3931920"/>
          </a:xfrm>
          <a:prstGeom prst="roundRect">
            <a:avLst>
              <a:gd name="adj" fmla="val 8219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5" name="o131"/>
          <p:cNvSpPr/>
          <p:nvPr/>
        </p:nvSpPr>
        <p:spPr>
          <a:xfrm rot="-180000">
            <a:off x="777240" y="2011680"/>
            <a:ext cx="3337560" cy="393192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6" name="o132"/>
          <p:cNvSpPr/>
          <p:nvPr/>
        </p:nvSpPr>
        <p:spPr>
          <a:xfrm rot="-180000">
            <a:off x="1005840" y="2240280"/>
            <a:ext cx="2880360" cy="2148840"/>
          </a:xfrm>
          <a:prstGeom prst="roundRect">
            <a:avLst>
              <a:gd name="adj" fmla="val 8511"/>
            </a:avLst>
          </a:prstGeom>
          <a:solidFill>
            <a:srgbClr val="FBF7F8"/>
          </a:solidFill>
          <a:ln/>
        </p:spPr>
      </p:sp>
      <p:pic>
        <p:nvPicPr>
          <p:cNvPr id="7" name="o133" descr="Logoti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80000">
            <a:off x="1325880" y="2630739"/>
            <a:ext cx="2240280" cy="1367922"/>
          </a:xfrm>
          <a:prstGeom prst="rect">
            <a:avLst/>
          </a:prstGeom>
        </p:spPr>
      </p:pic>
      <p:sp>
        <p:nvSpPr>
          <p:cNvPr id="8" name="o134"/>
          <p:cNvSpPr txBox="1"/>
          <p:nvPr/>
        </p:nvSpPr>
        <p:spPr>
          <a:xfrm rot="-180000">
            <a:off x="1051560" y="4526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Logotipo</a:t>
            </a:r>
            <a:endParaRPr lang="en-US" sz="2200" dirty="0"/>
          </a:p>
        </p:txBody>
      </p:sp>
      <p:sp>
        <p:nvSpPr>
          <p:cNvPr id="9" name="o135"/>
          <p:cNvSpPr txBox="1"/>
          <p:nvPr/>
        </p:nvSpPr>
        <p:spPr>
          <a:xfrm rot="-180000">
            <a:off x="1051560" y="49834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Portada (W-01), tarjeta para compartir (W-12) y cierre (W-10).</a:t>
            </a:r>
            <a:endParaRPr lang="en-US" sz="1400" dirty="0"/>
          </a:p>
        </p:txBody>
      </p:sp>
      <p:sp>
        <p:nvSpPr>
          <p:cNvPr id="10" name="o136"/>
          <p:cNvSpPr/>
          <p:nvPr/>
        </p:nvSpPr>
        <p:spPr>
          <a:xfrm rot="120000">
            <a:off x="4645152" y="2130552"/>
            <a:ext cx="3337560" cy="3931920"/>
          </a:xfrm>
          <a:prstGeom prst="roundRect">
            <a:avLst>
              <a:gd name="adj" fmla="val 8219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1" name="o137"/>
          <p:cNvSpPr/>
          <p:nvPr/>
        </p:nvSpPr>
        <p:spPr>
          <a:xfrm rot="120000">
            <a:off x="4526280" y="2011680"/>
            <a:ext cx="3337560" cy="393192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2" name="o138"/>
          <p:cNvSpPr/>
          <p:nvPr/>
        </p:nvSpPr>
        <p:spPr>
          <a:xfrm rot="120000">
            <a:off x="4754880" y="2240280"/>
            <a:ext cx="2880360" cy="2148840"/>
          </a:xfrm>
          <a:prstGeom prst="roundRect">
            <a:avLst>
              <a:gd name="adj" fmla="val 8511"/>
            </a:avLst>
          </a:prstGeom>
          <a:solidFill>
            <a:srgbClr val="FBF7F8"/>
          </a:solidFill>
          <a:ln/>
        </p:spPr>
      </p:sp>
      <p:pic>
        <p:nvPicPr>
          <p:cNvPr id="13" name="o139" descr="Isotip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0000">
            <a:off x="5179813" y="2423160"/>
            <a:ext cx="2030493" cy="1783080"/>
          </a:xfrm>
          <a:prstGeom prst="rect">
            <a:avLst/>
          </a:prstGeom>
        </p:spPr>
      </p:pic>
      <p:sp>
        <p:nvSpPr>
          <p:cNvPr id="14" name="o140"/>
          <p:cNvSpPr txBox="1"/>
          <p:nvPr/>
        </p:nvSpPr>
        <p:spPr>
          <a:xfrm rot="120000">
            <a:off x="4800600" y="4526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Isotipo</a:t>
            </a:r>
            <a:endParaRPr lang="en-US" sz="2200" dirty="0"/>
          </a:p>
        </p:txBody>
      </p:sp>
      <p:sp>
        <p:nvSpPr>
          <p:cNvPr id="15" name="o141"/>
          <p:cNvSpPr txBox="1"/>
          <p:nvPr/>
        </p:nvSpPr>
        <p:spPr>
          <a:xfrm rot="120000">
            <a:off x="4800600" y="49834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Zona superior de la app a 32 px, sellos y espacios pequeños.</a:t>
            </a:r>
            <a:endParaRPr lang="en-US" sz="1400" dirty="0"/>
          </a:p>
        </p:txBody>
      </p:sp>
      <p:sp>
        <p:nvSpPr>
          <p:cNvPr id="16" name="o142"/>
          <p:cNvSpPr/>
          <p:nvPr/>
        </p:nvSpPr>
        <p:spPr>
          <a:xfrm rot="-120000">
            <a:off x="8394192" y="2130552"/>
            <a:ext cx="3337560" cy="3931920"/>
          </a:xfrm>
          <a:prstGeom prst="roundRect">
            <a:avLst>
              <a:gd name="adj" fmla="val 8219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7" name="o143"/>
          <p:cNvSpPr/>
          <p:nvPr/>
        </p:nvSpPr>
        <p:spPr>
          <a:xfrm rot="-120000">
            <a:off x="8275320" y="2011680"/>
            <a:ext cx="3337560" cy="393192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8" name="o144"/>
          <p:cNvSpPr/>
          <p:nvPr/>
        </p:nvSpPr>
        <p:spPr>
          <a:xfrm rot="-120000">
            <a:off x="8503920" y="2240280"/>
            <a:ext cx="2880360" cy="2148840"/>
          </a:xfrm>
          <a:prstGeom prst="roundRect">
            <a:avLst>
              <a:gd name="adj" fmla="val 8511"/>
            </a:avLst>
          </a:prstGeom>
          <a:solidFill>
            <a:srgbClr val="FFE3F1"/>
          </a:solidFill>
          <a:ln/>
        </p:spPr>
      </p:sp>
      <p:pic>
        <p:nvPicPr>
          <p:cNvPr id="19" name="o145" descr="Ícono de ap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9052560" y="2423160"/>
            <a:ext cx="1783080" cy="1783080"/>
          </a:xfrm>
          <a:prstGeom prst="rect">
            <a:avLst/>
          </a:prstGeom>
        </p:spPr>
      </p:pic>
      <p:sp>
        <p:nvSpPr>
          <p:cNvPr id="20" name="o146"/>
          <p:cNvSpPr txBox="1"/>
          <p:nvPr/>
        </p:nvSpPr>
        <p:spPr>
          <a:xfrm rot="-120000">
            <a:off x="8549640" y="4526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Ícono de app</a:t>
            </a:r>
            <a:endParaRPr lang="en-US" sz="2200" dirty="0"/>
          </a:p>
        </p:txBody>
      </p:sp>
      <p:sp>
        <p:nvSpPr>
          <p:cNvPr id="21" name="o147"/>
          <p:cNvSpPr txBox="1"/>
          <p:nvPr/>
        </p:nvSpPr>
        <p:spPr>
          <a:xfrm rot="-120000">
            <a:off x="8549640" y="49834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Favicon, pantalla de inicio y avatar en redes.</a:t>
            </a:r>
            <a:endParaRPr lang="en-US" sz="1400" dirty="0"/>
          </a:p>
        </p:txBody>
      </p:sp>
      <p:pic>
        <p:nvPicPr>
          <p:cNvPr id="22" name="o148" descr="img/destell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1280160"/>
            <a:ext cx="685800" cy="685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Déjalo respirar</a:t>
            </a:r>
            <a:endParaRPr lang="en-US" sz="4000" dirty="0"/>
          </a:p>
        </p:txBody>
      </p:sp>
      <p:sp>
        <p:nvSpPr>
          <p:cNvPr id="4" name="o149"/>
          <p:cNvSpPr/>
          <p:nvPr/>
        </p:nvSpPr>
        <p:spPr>
          <a:xfrm rot="-180000">
            <a:off x="640080" y="41148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B481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CONSTRUCCIÓN</a:t>
            </a:r>
            <a:endParaRPr lang="en-US" sz="1300" dirty="0"/>
          </a:p>
        </p:txBody>
      </p:sp>
      <p:sp>
        <p:nvSpPr>
          <p:cNvPr id="5" name="o150"/>
          <p:cNvSpPr/>
          <p:nvPr/>
        </p:nvSpPr>
        <p:spPr>
          <a:xfrm rot="-60000">
            <a:off x="731520" y="1965960"/>
            <a:ext cx="5486400" cy="4160520"/>
          </a:xfrm>
          <a:prstGeom prst="roundRect">
            <a:avLst>
              <a:gd name="adj" fmla="val 7692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6" name="o151"/>
          <p:cNvSpPr/>
          <p:nvPr/>
        </p:nvSpPr>
        <p:spPr>
          <a:xfrm rot="-60000">
            <a:off x="640080" y="1874520"/>
            <a:ext cx="5486400" cy="41605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7" name="o152"/>
          <p:cNvSpPr/>
          <p:nvPr/>
        </p:nvSpPr>
        <p:spPr>
          <a:xfrm>
            <a:off x="1505166" y="2610762"/>
            <a:ext cx="3756228" cy="2688035"/>
          </a:xfrm>
          <a:prstGeom prst="roundRect">
            <a:avLst>
              <a:gd name="adj" fmla="val 10205"/>
            </a:avLst>
          </a:prstGeom>
          <a:solidFill>
            <a:srgbClr val="FFE3F1"/>
          </a:solidFill>
          <a:ln w="22225">
            <a:solidFill>
              <a:srgbClr val="C8106E"/>
            </a:solidFill>
            <a:prstDash val="dash"/>
          </a:ln>
        </p:spPr>
      </p:sp>
      <p:pic>
        <p:nvPicPr>
          <p:cNvPr id="8" name="o153" descr="Logotipo con área de protec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3117277"/>
            <a:ext cx="2743200" cy="1675007"/>
          </a:xfrm>
          <a:prstGeom prst="rect">
            <a:avLst/>
          </a:prstGeom>
        </p:spPr>
      </p:pic>
      <p:sp>
        <p:nvSpPr>
          <p:cNvPr id="9" name="o154"/>
          <p:cNvSpPr/>
          <p:nvPr/>
        </p:nvSpPr>
        <p:spPr>
          <a:xfrm>
            <a:off x="3182112" y="2409594"/>
            <a:ext cx="402336" cy="402336"/>
          </a:xfrm>
          <a:prstGeom prst="ellipse">
            <a:avLst/>
          </a:prstGeom>
          <a:solidFill>
            <a:srgbClr val="FF2D9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0" name="o155"/>
          <p:cNvSpPr txBox="1"/>
          <p:nvPr/>
        </p:nvSpPr>
        <p:spPr>
          <a:xfrm>
            <a:off x="3182112" y="24095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X</a:t>
            </a:r>
            <a:endParaRPr lang="en-US" sz="1500" dirty="0"/>
          </a:p>
        </p:txBody>
      </p:sp>
      <p:sp>
        <p:nvSpPr>
          <p:cNvPr id="11" name="o156"/>
          <p:cNvSpPr/>
          <p:nvPr/>
        </p:nvSpPr>
        <p:spPr>
          <a:xfrm>
            <a:off x="1303998" y="3753612"/>
            <a:ext cx="402336" cy="402336"/>
          </a:xfrm>
          <a:prstGeom prst="ellipse">
            <a:avLst/>
          </a:prstGeom>
          <a:solidFill>
            <a:srgbClr val="FF2D9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2" name="o157"/>
          <p:cNvSpPr txBox="1"/>
          <p:nvPr/>
        </p:nvSpPr>
        <p:spPr>
          <a:xfrm>
            <a:off x="1303998" y="37536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X</a:t>
            </a:r>
            <a:endParaRPr lang="en-US" sz="1500" dirty="0"/>
          </a:p>
        </p:txBody>
      </p:sp>
      <p:sp>
        <p:nvSpPr>
          <p:cNvPr id="13" name="o158"/>
          <p:cNvSpPr/>
          <p:nvPr/>
        </p:nvSpPr>
        <p:spPr>
          <a:xfrm rot="-180000">
            <a:off x="6720840" y="2011680"/>
            <a:ext cx="1417320" cy="777240"/>
          </a:xfrm>
          <a:prstGeom prst="roundRect">
            <a:avLst>
              <a:gd name="adj" fmla="val 23529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4" name="o159"/>
          <p:cNvSpPr/>
          <p:nvPr/>
        </p:nvSpPr>
        <p:spPr>
          <a:xfrm rot="-180000">
            <a:off x="6629400" y="1920240"/>
            <a:ext cx="1417320" cy="777240"/>
          </a:xfrm>
          <a:prstGeom prst="roundRect">
            <a:avLst>
              <a:gd name="adj" fmla="val 23529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1X</a:t>
            </a:r>
            <a:endParaRPr lang="en-US" sz="2400" dirty="0"/>
          </a:p>
        </p:txBody>
      </p:sp>
      <p:sp>
        <p:nvSpPr>
          <p:cNvPr id="15" name="o160"/>
          <p:cNvSpPr txBox="1"/>
          <p:nvPr/>
        </p:nvSpPr>
        <p:spPr>
          <a:xfrm>
            <a:off x="832104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Área de protección en cada lado</a:t>
            </a:r>
            <a:endParaRPr lang="en-US" sz="1700" dirty="0"/>
          </a:p>
        </p:txBody>
      </p:sp>
      <p:sp>
        <p:nvSpPr>
          <p:cNvPr id="16" name="o161"/>
          <p:cNvSpPr/>
          <p:nvPr/>
        </p:nvSpPr>
        <p:spPr>
          <a:xfrm rot="180000">
            <a:off x="6720840" y="3035808"/>
            <a:ext cx="1417320" cy="777240"/>
          </a:xfrm>
          <a:prstGeom prst="roundRect">
            <a:avLst>
              <a:gd name="adj" fmla="val 23529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7" name="o162"/>
          <p:cNvSpPr/>
          <p:nvPr/>
        </p:nvSpPr>
        <p:spPr>
          <a:xfrm rot="180000">
            <a:off x="6629400" y="2944368"/>
            <a:ext cx="1417320" cy="777240"/>
          </a:xfrm>
          <a:prstGeom prst="roundRect">
            <a:avLst>
              <a:gd name="adj" fmla="val 23529"/>
            </a:avLst>
          </a:prstGeom>
          <a:solidFill>
            <a:srgbClr val="B481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X</a:t>
            </a:r>
            <a:endParaRPr lang="en-US" sz="2400" dirty="0"/>
          </a:p>
        </p:txBody>
      </p:sp>
      <p:sp>
        <p:nvSpPr>
          <p:cNvPr id="18" name="o163"/>
          <p:cNvSpPr txBox="1"/>
          <p:nvPr/>
        </p:nvSpPr>
        <p:spPr>
          <a:xfrm>
            <a:off x="8321040" y="29900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Altura de la palabra REVOTO</a:t>
            </a:r>
            <a:endParaRPr lang="en-US" sz="1700" dirty="0"/>
          </a:p>
        </p:txBody>
      </p:sp>
      <p:sp>
        <p:nvSpPr>
          <p:cNvPr id="19" name="o164"/>
          <p:cNvSpPr/>
          <p:nvPr/>
        </p:nvSpPr>
        <p:spPr>
          <a:xfrm rot="-180000">
            <a:off x="6720840" y="4059936"/>
            <a:ext cx="1417320" cy="777240"/>
          </a:xfrm>
          <a:prstGeom prst="roundRect">
            <a:avLst>
              <a:gd name="adj" fmla="val 23529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20" name="o165"/>
          <p:cNvSpPr/>
          <p:nvPr/>
        </p:nvSpPr>
        <p:spPr>
          <a:xfrm rot="-180000">
            <a:off x="6629400" y="3968496"/>
            <a:ext cx="1417320" cy="777240"/>
          </a:xfrm>
          <a:prstGeom prst="roundRect">
            <a:avLst>
              <a:gd name="adj" fmla="val 23529"/>
            </a:avLst>
          </a:prstGeom>
          <a:solidFill>
            <a:srgbClr val="8495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0.2X</a:t>
            </a:r>
            <a:endParaRPr lang="en-US" sz="2400" dirty="0"/>
          </a:p>
        </p:txBody>
      </p:sp>
      <p:sp>
        <p:nvSpPr>
          <p:cNvPr id="21" name="o166"/>
          <p:cNvSpPr txBox="1"/>
          <p:nvPr/>
        </p:nvSpPr>
        <p:spPr>
          <a:xfrm>
            <a:off x="8321040" y="401421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Separación entre isotipo y palabra</a:t>
            </a:r>
            <a:endParaRPr lang="en-US" sz="1700" dirty="0"/>
          </a:p>
        </p:txBody>
      </p:sp>
      <p:sp>
        <p:nvSpPr>
          <p:cNvPr id="22" name="o167"/>
          <p:cNvSpPr/>
          <p:nvPr/>
        </p:nvSpPr>
        <p:spPr>
          <a:xfrm rot="180000">
            <a:off x="6720840" y="5084064"/>
            <a:ext cx="1417320" cy="777240"/>
          </a:xfrm>
          <a:prstGeom prst="roundRect">
            <a:avLst>
              <a:gd name="adj" fmla="val 23529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23" name="o168"/>
          <p:cNvSpPr/>
          <p:nvPr/>
        </p:nvSpPr>
        <p:spPr>
          <a:xfrm rot="180000">
            <a:off x="6629400" y="4992624"/>
            <a:ext cx="1417320" cy="777240"/>
          </a:xfrm>
          <a:prstGeom prst="roundRect">
            <a:avLst>
              <a:gd name="adj" fmla="val 23529"/>
            </a:avLst>
          </a:prstGeom>
          <a:solidFill>
            <a:srgbClr val="FFE3F1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 : 1</a:t>
            </a:r>
            <a:endParaRPr lang="en-US" sz="2400" dirty="0"/>
          </a:p>
        </p:txBody>
      </p:sp>
      <p:sp>
        <p:nvSpPr>
          <p:cNvPr id="24" name="o169"/>
          <p:cNvSpPr txBox="1"/>
          <p:nvPr/>
        </p:nvSpPr>
        <p:spPr>
          <a:xfrm>
            <a:off x="8321040" y="503834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del isotipo frente a la palabra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Pequeño, pero que se lea</a:t>
            </a:r>
            <a:endParaRPr lang="en-US" sz="4000" dirty="0"/>
          </a:p>
        </p:txBody>
      </p:sp>
      <p:sp>
        <p:nvSpPr>
          <p:cNvPr id="4" name="o170"/>
          <p:cNvSpPr/>
          <p:nvPr/>
        </p:nvSpPr>
        <p:spPr>
          <a:xfrm rot="-180000">
            <a:off x="640080" y="41148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TAMAÑOS MÍNIMOS</a:t>
            </a:r>
            <a:endParaRPr lang="en-US" sz="1300" dirty="0"/>
          </a:p>
        </p:txBody>
      </p:sp>
      <p:sp>
        <p:nvSpPr>
          <p:cNvPr id="5" name="o171"/>
          <p:cNvSpPr/>
          <p:nvPr/>
        </p:nvSpPr>
        <p:spPr>
          <a:xfrm rot="-120000">
            <a:off x="822960" y="2057400"/>
            <a:ext cx="3429000" cy="3429000"/>
          </a:xfrm>
          <a:prstGeom prst="roundRect">
            <a:avLst>
              <a:gd name="adj" fmla="val 9333"/>
            </a:avLst>
          </a:prstGeom>
          <a:solidFill>
            <a:srgbClr val="FF2D94"/>
          </a:solidFill>
          <a:ln w="28575">
            <a:solidFill>
              <a:srgbClr val="FF2D94"/>
            </a:solidFill>
            <a:prstDash val="solid"/>
          </a:ln>
        </p:spPr>
      </p:sp>
      <p:sp>
        <p:nvSpPr>
          <p:cNvPr id="6" name="o172"/>
          <p:cNvSpPr/>
          <p:nvPr/>
        </p:nvSpPr>
        <p:spPr>
          <a:xfrm rot="-120000">
            <a:off x="731520" y="1965960"/>
            <a:ext cx="3429000" cy="3429000"/>
          </a:xfrm>
          <a:prstGeom prst="roundRect">
            <a:avLst>
              <a:gd name="adj" fmla="val 9333"/>
            </a:avLst>
          </a:prstGeom>
          <a:solidFill>
            <a:srgbClr val="22233A"/>
          </a:solidFill>
          <a:ln w="28575">
            <a:solidFill>
              <a:srgbClr val="FF2D94"/>
            </a:solidFill>
            <a:prstDash val="solid"/>
          </a:ln>
        </p:spPr>
      </p:sp>
      <p:pic>
        <p:nvPicPr>
          <p:cNvPr id="7" name="o173" descr="Logoti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82810"/>
            <a:ext cx="1143000" cy="697920"/>
          </a:xfrm>
          <a:prstGeom prst="rect">
            <a:avLst/>
          </a:prstGeom>
        </p:spPr>
      </p:pic>
      <p:sp>
        <p:nvSpPr>
          <p:cNvPr id="8" name="o174"/>
          <p:cNvSpPr txBox="1"/>
          <p:nvPr/>
        </p:nvSpPr>
        <p:spPr>
          <a:xfrm rot="-120000">
            <a:off x="1097280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Logotipo</a:t>
            </a:r>
            <a:endParaRPr lang="en-US" sz="1700" dirty="0"/>
          </a:p>
        </p:txBody>
      </p:sp>
      <p:sp>
        <p:nvSpPr>
          <p:cNvPr id="9" name="o175"/>
          <p:cNvSpPr txBox="1"/>
          <p:nvPr/>
        </p:nvSpPr>
        <p:spPr>
          <a:xfrm rot="-120000">
            <a:off x="1097280" y="36576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2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96 px</a:t>
            </a:r>
            <a:endParaRPr lang="en-US" sz="4000" dirty="0"/>
          </a:p>
        </p:txBody>
      </p:sp>
      <p:sp>
        <p:nvSpPr>
          <p:cNvPr id="10" name="o176"/>
          <p:cNvSpPr txBox="1"/>
          <p:nvPr/>
        </p:nvSpPr>
        <p:spPr>
          <a:xfrm rot="-120000">
            <a:off x="1097280" y="4480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Impreso: 25 mm</a:t>
            </a:r>
            <a:endParaRPr lang="en-US" sz="1600" dirty="0"/>
          </a:p>
        </p:txBody>
      </p:sp>
      <p:sp>
        <p:nvSpPr>
          <p:cNvPr id="11" name="o177"/>
          <p:cNvSpPr/>
          <p:nvPr/>
        </p:nvSpPr>
        <p:spPr>
          <a:xfrm rot="90000">
            <a:off x="4526280" y="2057400"/>
            <a:ext cx="3429000" cy="3429000"/>
          </a:xfrm>
          <a:prstGeom prst="roundRect">
            <a:avLst>
              <a:gd name="adj" fmla="val 9333"/>
            </a:avLst>
          </a:prstGeom>
          <a:solidFill>
            <a:srgbClr val="B481FF"/>
          </a:solidFill>
          <a:ln w="28575">
            <a:solidFill>
              <a:srgbClr val="B481FF"/>
            </a:solidFill>
            <a:prstDash val="solid"/>
          </a:ln>
        </p:spPr>
      </p:sp>
      <p:sp>
        <p:nvSpPr>
          <p:cNvPr id="12" name="o178"/>
          <p:cNvSpPr/>
          <p:nvPr/>
        </p:nvSpPr>
        <p:spPr>
          <a:xfrm rot="90000">
            <a:off x="4434840" y="1965960"/>
            <a:ext cx="3429000" cy="3429000"/>
          </a:xfrm>
          <a:prstGeom prst="roundRect">
            <a:avLst>
              <a:gd name="adj" fmla="val 9333"/>
            </a:avLst>
          </a:prstGeom>
          <a:solidFill>
            <a:srgbClr val="22233A"/>
          </a:solidFill>
          <a:ln w="28575">
            <a:solidFill>
              <a:srgbClr val="B481FF"/>
            </a:solidFill>
            <a:prstDash val="solid"/>
          </a:ln>
        </p:spPr>
      </p:sp>
      <p:pic>
        <p:nvPicPr>
          <p:cNvPr id="13" name="o179" descr="Isotip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339" y="2331720"/>
            <a:ext cx="328003" cy="288036"/>
          </a:xfrm>
          <a:prstGeom prst="rect">
            <a:avLst/>
          </a:prstGeom>
        </p:spPr>
      </p:pic>
      <p:sp>
        <p:nvSpPr>
          <p:cNvPr id="14" name="o180"/>
          <p:cNvSpPr txBox="1"/>
          <p:nvPr/>
        </p:nvSpPr>
        <p:spPr>
          <a:xfrm rot="90000">
            <a:off x="4800600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Isotipo</a:t>
            </a:r>
            <a:endParaRPr lang="en-US" sz="1700" dirty="0"/>
          </a:p>
        </p:txBody>
      </p:sp>
      <p:sp>
        <p:nvSpPr>
          <p:cNvPr id="15" name="o181"/>
          <p:cNvSpPr txBox="1"/>
          <p:nvPr/>
        </p:nvSpPr>
        <p:spPr>
          <a:xfrm rot="90000">
            <a:off x="4800600" y="36576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81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24 px</a:t>
            </a:r>
            <a:endParaRPr lang="en-US" sz="4000" dirty="0"/>
          </a:p>
        </p:txBody>
      </p:sp>
      <p:sp>
        <p:nvSpPr>
          <p:cNvPr id="16" name="o182"/>
          <p:cNvSpPr txBox="1"/>
          <p:nvPr/>
        </p:nvSpPr>
        <p:spPr>
          <a:xfrm rot="90000">
            <a:off x="4800600" y="4480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Impreso: 8 mm</a:t>
            </a:r>
            <a:endParaRPr lang="en-US" sz="1600" dirty="0"/>
          </a:p>
        </p:txBody>
      </p:sp>
      <p:sp>
        <p:nvSpPr>
          <p:cNvPr id="17" name="o183"/>
          <p:cNvSpPr/>
          <p:nvPr/>
        </p:nvSpPr>
        <p:spPr>
          <a:xfrm rot="-60000">
            <a:off x="8229600" y="2057400"/>
            <a:ext cx="3429000" cy="3429000"/>
          </a:xfrm>
          <a:prstGeom prst="roundRect">
            <a:avLst>
              <a:gd name="adj" fmla="val 9333"/>
            </a:avLst>
          </a:prstGeom>
          <a:solidFill>
            <a:srgbClr val="8495FF"/>
          </a:solidFill>
          <a:ln w="28575">
            <a:solidFill>
              <a:srgbClr val="8495FF"/>
            </a:solidFill>
            <a:prstDash val="solid"/>
          </a:ln>
        </p:spPr>
      </p:sp>
      <p:sp>
        <p:nvSpPr>
          <p:cNvPr id="18" name="o184"/>
          <p:cNvSpPr/>
          <p:nvPr/>
        </p:nvSpPr>
        <p:spPr>
          <a:xfrm rot="-60000">
            <a:off x="8138160" y="1965960"/>
            <a:ext cx="3429000" cy="3429000"/>
          </a:xfrm>
          <a:prstGeom prst="roundRect">
            <a:avLst>
              <a:gd name="adj" fmla="val 9333"/>
            </a:avLst>
          </a:prstGeom>
          <a:solidFill>
            <a:srgbClr val="22233A"/>
          </a:solidFill>
          <a:ln w="28575">
            <a:solidFill>
              <a:srgbClr val="8495FF"/>
            </a:solidFill>
            <a:prstDash val="solid"/>
          </a:ln>
        </p:spPr>
      </p:sp>
      <p:pic>
        <p:nvPicPr>
          <p:cNvPr id="19" name="o185" descr="Ícono de ap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331720"/>
            <a:ext cx="320040" cy="320040"/>
          </a:xfrm>
          <a:prstGeom prst="rect">
            <a:avLst/>
          </a:prstGeom>
        </p:spPr>
      </p:pic>
      <p:sp>
        <p:nvSpPr>
          <p:cNvPr id="20" name="o186"/>
          <p:cNvSpPr txBox="1"/>
          <p:nvPr/>
        </p:nvSpPr>
        <p:spPr>
          <a:xfrm rot="-60000">
            <a:off x="8503920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Ícono de app</a:t>
            </a:r>
            <a:endParaRPr lang="en-US" sz="1700" dirty="0"/>
          </a:p>
        </p:txBody>
      </p:sp>
      <p:sp>
        <p:nvSpPr>
          <p:cNvPr id="21" name="o187"/>
          <p:cNvSpPr txBox="1"/>
          <p:nvPr/>
        </p:nvSpPr>
        <p:spPr>
          <a:xfrm rot="-60000">
            <a:off x="8503920" y="36576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495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32 px</a:t>
            </a:r>
            <a:endParaRPr lang="en-US" sz="4000" dirty="0"/>
          </a:p>
        </p:txBody>
      </p:sp>
      <p:sp>
        <p:nvSpPr>
          <p:cNvPr id="22" name="o188"/>
          <p:cNvSpPr txBox="1"/>
          <p:nvPr/>
        </p:nvSpPr>
        <p:spPr>
          <a:xfrm rot="-60000">
            <a:off x="8503920" y="4480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Mínimo absoluto: 16 px favicon</a:t>
            </a:r>
            <a:endParaRPr lang="en-US" sz="1600" dirty="0"/>
          </a:p>
        </p:txBody>
      </p:sp>
      <p:sp>
        <p:nvSpPr>
          <p:cNvPr id="23" name="o189"/>
          <p:cNvSpPr txBox="1"/>
          <p:nvPr/>
        </p:nvSpPr>
        <p:spPr>
          <a:xfrm>
            <a:off x="640080" y="5715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 debajo de 96 px usa el isotipo solo. La palabra REVOTO nunca va sola.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C8796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Dónde se siente en casa</a:t>
            </a:r>
            <a:endParaRPr lang="en-US" sz="4000" dirty="0"/>
          </a:p>
        </p:txBody>
      </p:sp>
      <p:sp>
        <p:nvSpPr>
          <p:cNvPr id="3" name="o190"/>
          <p:cNvSpPr/>
          <p:nvPr/>
        </p:nvSpPr>
        <p:spPr>
          <a:xfrm rot="-180000">
            <a:off x="640080" y="411480"/>
            <a:ext cx="1188720" cy="420624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FONDOS</a:t>
            </a:r>
            <a:endParaRPr lang="en-US" sz="1300" dirty="0"/>
          </a:p>
        </p:txBody>
      </p:sp>
      <p:sp>
        <p:nvSpPr>
          <p:cNvPr id="4" name="o191"/>
          <p:cNvSpPr/>
          <p:nvPr/>
        </p:nvSpPr>
        <p:spPr>
          <a:xfrm rot="-180000">
            <a:off x="841248" y="2029968"/>
            <a:ext cx="2514600" cy="2743200"/>
          </a:xfrm>
          <a:prstGeom prst="roundRect">
            <a:avLst>
              <a:gd name="adj" fmla="val 12727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5" name="o192"/>
          <p:cNvSpPr/>
          <p:nvPr/>
        </p:nvSpPr>
        <p:spPr>
          <a:xfrm rot="-180000">
            <a:off x="731520" y="1920240"/>
            <a:ext cx="2514600" cy="274320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6" name="o193" descr="Logotipo sobre Pap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80000">
            <a:off x="1143000" y="2775380"/>
            <a:ext cx="1691640" cy="1032921"/>
          </a:xfrm>
          <a:prstGeom prst="rect">
            <a:avLst/>
          </a:prstGeom>
        </p:spPr>
      </p:pic>
      <p:sp>
        <p:nvSpPr>
          <p:cNvPr id="7" name="o194"/>
          <p:cNvSpPr/>
          <p:nvPr/>
        </p:nvSpPr>
        <p:spPr>
          <a:xfrm rot="-90000">
            <a:off x="1097280" y="489204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PAPEL</a:t>
            </a:r>
            <a:endParaRPr lang="en-US" sz="1300" dirty="0"/>
          </a:p>
        </p:txBody>
      </p:sp>
      <p:sp>
        <p:nvSpPr>
          <p:cNvPr id="8" name="o195"/>
          <p:cNvSpPr txBox="1"/>
          <p:nvPr/>
        </p:nvSpPr>
        <p:spPr>
          <a:xfrm>
            <a:off x="731520" y="5440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Principal</a:t>
            </a:r>
            <a:endParaRPr lang="en-US" sz="1400" dirty="0"/>
          </a:p>
        </p:txBody>
      </p:sp>
      <p:sp>
        <p:nvSpPr>
          <p:cNvPr id="9" name="o196"/>
          <p:cNvSpPr/>
          <p:nvPr/>
        </p:nvSpPr>
        <p:spPr>
          <a:xfrm rot="120000">
            <a:off x="3602736" y="2029968"/>
            <a:ext cx="2514600" cy="2743200"/>
          </a:xfrm>
          <a:prstGeom prst="roundRect">
            <a:avLst>
              <a:gd name="adj" fmla="val 12727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0" name="o197"/>
          <p:cNvSpPr/>
          <p:nvPr/>
        </p:nvSpPr>
        <p:spPr>
          <a:xfrm rot="120000">
            <a:off x="3493008" y="1920240"/>
            <a:ext cx="2514600" cy="2743200"/>
          </a:xfrm>
          <a:prstGeom prst="roundRect">
            <a:avLst>
              <a:gd name="adj" fmla="val 12727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11" name="o198" descr="Logotipo sobre Tin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0000">
            <a:off x="3904488" y="2775380"/>
            <a:ext cx="1691640" cy="1032921"/>
          </a:xfrm>
          <a:prstGeom prst="rect">
            <a:avLst/>
          </a:prstGeom>
        </p:spPr>
      </p:pic>
      <p:sp>
        <p:nvSpPr>
          <p:cNvPr id="12" name="o199"/>
          <p:cNvSpPr/>
          <p:nvPr/>
        </p:nvSpPr>
        <p:spPr>
          <a:xfrm rot="60000">
            <a:off x="3858768" y="489204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TINTA</a:t>
            </a:r>
            <a:endParaRPr lang="en-US" sz="1300" dirty="0"/>
          </a:p>
        </p:txBody>
      </p:sp>
      <p:sp>
        <p:nvSpPr>
          <p:cNvPr id="13" name="o200"/>
          <p:cNvSpPr txBox="1"/>
          <p:nvPr/>
        </p:nvSpPr>
        <p:spPr>
          <a:xfrm>
            <a:off x="3493008" y="5440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Ícono y redes</a:t>
            </a:r>
            <a:endParaRPr lang="en-US" sz="1400" dirty="0"/>
          </a:p>
        </p:txBody>
      </p:sp>
      <p:sp>
        <p:nvSpPr>
          <p:cNvPr id="14" name="o201"/>
          <p:cNvSpPr/>
          <p:nvPr/>
        </p:nvSpPr>
        <p:spPr>
          <a:xfrm rot="-120000">
            <a:off x="6364224" y="2029968"/>
            <a:ext cx="2514600" cy="2743200"/>
          </a:xfrm>
          <a:prstGeom prst="roundRect">
            <a:avLst>
              <a:gd name="adj" fmla="val 12727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5" name="o202"/>
          <p:cNvSpPr/>
          <p:nvPr/>
        </p:nvSpPr>
        <p:spPr>
          <a:xfrm rot="-120000">
            <a:off x="6254496" y="1920240"/>
            <a:ext cx="2514600" cy="2743200"/>
          </a:xfrm>
          <a:prstGeom prst="roundRect">
            <a:avLst>
              <a:gd name="adj" fmla="val 12727"/>
            </a:avLst>
          </a:prstGeom>
          <a:solidFill>
            <a:srgbClr val="FFE3F1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16" name="o203" descr="Logotipo sobre Rosa clar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6665976" y="2775380"/>
            <a:ext cx="1691640" cy="1032921"/>
          </a:xfrm>
          <a:prstGeom prst="rect">
            <a:avLst/>
          </a:prstGeom>
        </p:spPr>
      </p:pic>
      <p:sp>
        <p:nvSpPr>
          <p:cNvPr id="17" name="o204"/>
          <p:cNvSpPr/>
          <p:nvPr/>
        </p:nvSpPr>
        <p:spPr>
          <a:xfrm rot="-60000">
            <a:off x="6620256" y="489204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ROSA CLARO</a:t>
            </a:r>
            <a:endParaRPr lang="en-US" sz="1300" dirty="0"/>
          </a:p>
        </p:txBody>
      </p:sp>
      <p:sp>
        <p:nvSpPr>
          <p:cNvPr id="18" name="o205"/>
          <p:cNvSpPr txBox="1"/>
          <p:nvPr/>
        </p:nvSpPr>
        <p:spPr>
          <a:xfrm>
            <a:off x="6254496" y="5440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Piezas amables</a:t>
            </a:r>
            <a:endParaRPr lang="en-US" sz="1400" dirty="0"/>
          </a:p>
        </p:txBody>
      </p:sp>
      <p:sp>
        <p:nvSpPr>
          <p:cNvPr id="19" name="o206"/>
          <p:cNvSpPr/>
          <p:nvPr/>
        </p:nvSpPr>
        <p:spPr>
          <a:xfrm rot="180000">
            <a:off x="9125712" y="2029968"/>
            <a:ext cx="2514600" cy="2743200"/>
          </a:xfrm>
          <a:prstGeom prst="roundRect">
            <a:avLst>
              <a:gd name="adj" fmla="val 12727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20" name="o207"/>
          <p:cNvSpPr/>
          <p:nvPr/>
        </p:nvSpPr>
        <p:spPr>
          <a:xfrm rot="180000">
            <a:off x="9015984" y="1920240"/>
            <a:ext cx="2514600" cy="2743200"/>
          </a:xfrm>
          <a:prstGeom prst="roundRect">
            <a:avLst>
              <a:gd name="adj" fmla="val 12727"/>
            </a:avLst>
          </a:prstGeom>
          <a:solidFill>
            <a:srgbClr val="5D1B6D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21" name="o208" descr="Logotipo sobre Uv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">
            <a:off x="9427464" y="2775380"/>
            <a:ext cx="1691640" cy="1032921"/>
          </a:xfrm>
          <a:prstGeom prst="rect">
            <a:avLst/>
          </a:prstGeom>
        </p:spPr>
      </p:pic>
      <p:sp>
        <p:nvSpPr>
          <p:cNvPr id="22" name="o209"/>
          <p:cNvSpPr/>
          <p:nvPr/>
        </p:nvSpPr>
        <p:spPr>
          <a:xfrm rot="90000">
            <a:off x="9381744" y="489204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UVA</a:t>
            </a:r>
            <a:endParaRPr lang="en-US" sz="1300" dirty="0"/>
          </a:p>
        </p:txBody>
      </p:sp>
      <p:sp>
        <p:nvSpPr>
          <p:cNvPr id="23" name="o210"/>
          <p:cNvSpPr txBox="1"/>
          <p:nvPr/>
        </p:nvSpPr>
        <p:spPr>
          <a:xfrm>
            <a:off x="9015984" y="5440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Acentos</a:t>
            </a:r>
            <a:endParaRPr lang="en-US" sz="1400" dirty="0"/>
          </a:p>
        </p:txBody>
      </p:sp>
      <p:sp>
        <p:nvSpPr>
          <p:cNvPr id="24" name="o211"/>
          <p:cNvSpPr txBox="1"/>
          <p:nvPr/>
        </p:nvSpPr>
        <p:spPr>
          <a:xfrm>
            <a:off x="64008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Nunca sobre magenta: la tarjeta superior del isotipo desaparece.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Así no se trata al logo</a:t>
            </a:r>
            <a:endParaRPr lang="en-US" sz="4000" dirty="0"/>
          </a:p>
        </p:txBody>
      </p:sp>
      <p:sp>
        <p:nvSpPr>
          <p:cNvPr id="3" name="o212"/>
          <p:cNvSpPr/>
          <p:nvPr/>
        </p:nvSpPr>
        <p:spPr>
          <a:xfrm rot="-180000">
            <a:off x="640080" y="411480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C8106E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USOS INCORRECTOS</a:t>
            </a:r>
            <a:endParaRPr lang="en-US" sz="1300" dirty="0"/>
          </a:p>
        </p:txBody>
      </p:sp>
      <p:sp>
        <p:nvSpPr>
          <p:cNvPr id="4" name="o213"/>
          <p:cNvSpPr/>
          <p:nvPr/>
        </p:nvSpPr>
        <p:spPr>
          <a:xfrm rot="-120000">
            <a:off x="822960" y="1965960"/>
            <a:ext cx="3429000" cy="1600200"/>
          </a:xfrm>
          <a:prstGeom prst="roundRect">
            <a:avLst>
              <a:gd name="adj" fmla="val 17143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5" name="o214"/>
          <p:cNvSpPr/>
          <p:nvPr/>
        </p:nvSpPr>
        <p:spPr>
          <a:xfrm rot="-120000">
            <a:off x="731520" y="1874520"/>
            <a:ext cx="3429000" cy="16002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6" name="o215" descr="No estirar ni deform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20000">
            <a:off x="1645920" y="2336027"/>
            <a:ext cx="1600200" cy="677186"/>
          </a:xfrm>
          <a:prstGeom prst="rect">
            <a:avLst/>
          </a:prstGeom>
        </p:spPr>
      </p:pic>
      <p:pic>
        <p:nvPicPr>
          <p:cNvPr id="7" name="o216" descr="img/tach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0">
            <a:off x="3474720" y="1645920"/>
            <a:ext cx="685800" cy="685800"/>
          </a:xfrm>
          <a:prstGeom prst="rect">
            <a:avLst/>
          </a:prstGeom>
        </p:spPr>
      </p:pic>
      <p:sp>
        <p:nvSpPr>
          <p:cNvPr id="8" name="o217"/>
          <p:cNvSpPr txBox="1"/>
          <p:nvPr/>
        </p:nvSpPr>
        <p:spPr>
          <a:xfrm>
            <a:off x="731520" y="35844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estirar ni deformar</a:t>
            </a:r>
            <a:endParaRPr lang="en-US" sz="1600" dirty="0"/>
          </a:p>
        </p:txBody>
      </p:sp>
      <p:sp>
        <p:nvSpPr>
          <p:cNvPr id="9" name="o218"/>
          <p:cNvSpPr/>
          <p:nvPr/>
        </p:nvSpPr>
        <p:spPr>
          <a:xfrm rot="90000">
            <a:off x="4526280" y="1965960"/>
            <a:ext cx="3429000" cy="1600200"/>
          </a:xfrm>
          <a:prstGeom prst="roundRect">
            <a:avLst>
              <a:gd name="adj" fmla="val 17143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0" name="o219"/>
          <p:cNvSpPr/>
          <p:nvPr/>
        </p:nvSpPr>
        <p:spPr>
          <a:xfrm rot="90000">
            <a:off x="4434840" y="1874520"/>
            <a:ext cx="3429000" cy="16002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11" name="o220" descr="No ro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0000">
            <a:off x="5505104" y="2057400"/>
            <a:ext cx="1288473" cy="1234440"/>
          </a:xfrm>
          <a:prstGeom prst="rect">
            <a:avLst/>
          </a:prstGeom>
        </p:spPr>
      </p:pic>
      <p:pic>
        <p:nvPicPr>
          <p:cNvPr id="12" name="o221" descr="img/tach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7178040" y="1645920"/>
            <a:ext cx="685800" cy="685800"/>
          </a:xfrm>
          <a:prstGeom prst="rect">
            <a:avLst/>
          </a:prstGeom>
        </p:spPr>
      </p:pic>
      <p:sp>
        <p:nvSpPr>
          <p:cNvPr id="13" name="o222"/>
          <p:cNvSpPr txBox="1"/>
          <p:nvPr/>
        </p:nvSpPr>
        <p:spPr>
          <a:xfrm>
            <a:off x="4434840" y="35844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rotar</a:t>
            </a:r>
            <a:endParaRPr lang="en-US" sz="1600" dirty="0"/>
          </a:p>
        </p:txBody>
      </p:sp>
      <p:sp>
        <p:nvSpPr>
          <p:cNvPr id="14" name="o223"/>
          <p:cNvSpPr/>
          <p:nvPr/>
        </p:nvSpPr>
        <p:spPr>
          <a:xfrm rot="-60000">
            <a:off x="8229600" y="1965960"/>
            <a:ext cx="3429000" cy="1600200"/>
          </a:xfrm>
          <a:prstGeom prst="roundRect">
            <a:avLst>
              <a:gd name="adj" fmla="val 17143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5" name="o224"/>
          <p:cNvSpPr/>
          <p:nvPr/>
        </p:nvSpPr>
        <p:spPr>
          <a:xfrm rot="-60000">
            <a:off x="8138160" y="1874520"/>
            <a:ext cx="3429000" cy="16002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16" name="o225" descr="No cambiar color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0000">
            <a:off x="9149797" y="2057400"/>
            <a:ext cx="1405726" cy="1234440"/>
          </a:xfrm>
          <a:prstGeom prst="rect">
            <a:avLst/>
          </a:prstGeom>
        </p:spPr>
      </p:pic>
      <p:pic>
        <p:nvPicPr>
          <p:cNvPr id="17" name="o226" descr="img/tach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0">
            <a:off x="10881360" y="1645920"/>
            <a:ext cx="685800" cy="685800"/>
          </a:xfrm>
          <a:prstGeom prst="rect">
            <a:avLst/>
          </a:prstGeom>
        </p:spPr>
      </p:pic>
      <p:sp>
        <p:nvSpPr>
          <p:cNvPr id="18" name="o227"/>
          <p:cNvSpPr txBox="1"/>
          <p:nvPr/>
        </p:nvSpPr>
        <p:spPr>
          <a:xfrm>
            <a:off x="8138160" y="35844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cambiar colores</a:t>
            </a:r>
            <a:endParaRPr lang="en-US" sz="1600" dirty="0"/>
          </a:p>
        </p:txBody>
      </p:sp>
      <p:sp>
        <p:nvSpPr>
          <p:cNvPr id="19" name="o228"/>
          <p:cNvSpPr/>
          <p:nvPr/>
        </p:nvSpPr>
        <p:spPr>
          <a:xfrm rot="120000">
            <a:off x="822960" y="4114800"/>
            <a:ext cx="3429000" cy="1600200"/>
          </a:xfrm>
          <a:prstGeom prst="roundRect">
            <a:avLst>
              <a:gd name="adj" fmla="val 17143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20" name="o229"/>
          <p:cNvSpPr/>
          <p:nvPr/>
        </p:nvSpPr>
        <p:spPr>
          <a:xfrm rot="120000">
            <a:off x="731520" y="4023360"/>
            <a:ext cx="3429000" cy="1600200"/>
          </a:xfrm>
          <a:prstGeom prst="roundRect">
            <a:avLst>
              <a:gd name="adj" fmla="val 17143"/>
            </a:avLst>
          </a:prstGeom>
          <a:solidFill>
            <a:srgbClr val="FF2D94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21" name="o230" descr="No poner sobre magent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20000">
            <a:off x="1743157" y="4206240"/>
            <a:ext cx="1405726" cy="1234440"/>
          </a:xfrm>
          <a:prstGeom prst="rect">
            <a:avLst/>
          </a:prstGeom>
        </p:spPr>
      </p:pic>
      <p:pic>
        <p:nvPicPr>
          <p:cNvPr id="22" name="o231" descr="img/tach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0">
            <a:off x="3474720" y="3794760"/>
            <a:ext cx="685800" cy="685800"/>
          </a:xfrm>
          <a:prstGeom prst="rect">
            <a:avLst/>
          </a:prstGeom>
        </p:spPr>
      </p:pic>
      <p:sp>
        <p:nvSpPr>
          <p:cNvPr id="23" name="o232"/>
          <p:cNvSpPr txBox="1"/>
          <p:nvPr/>
        </p:nvSpPr>
        <p:spPr>
          <a:xfrm>
            <a:off x="731520" y="57332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poner sobre magenta</a:t>
            </a:r>
            <a:endParaRPr lang="en-US" sz="1600" dirty="0"/>
          </a:p>
        </p:txBody>
      </p:sp>
      <p:sp>
        <p:nvSpPr>
          <p:cNvPr id="24" name="o233"/>
          <p:cNvSpPr/>
          <p:nvPr/>
        </p:nvSpPr>
        <p:spPr>
          <a:xfrm rot="-90000">
            <a:off x="4526280" y="4114800"/>
            <a:ext cx="3429000" cy="1600200"/>
          </a:xfrm>
          <a:prstGeom prst="roundRect">
            <a:avLst>
              <a:gd name="adj" fmla="val 17143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25" name="o234"/>
          <p:cNvSpPr/>
          <p:nvPr/>
        </p:nvSpPr>
        <p:spPr>
          <a:xfrm rot="-90000">
            <a:off x="4434840" y="4023360"/>
            <a:ext cx="3429000" cy="16002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26" name="o235" descr="No agregar sombra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90000">
            <a:off x="5470184" y="4206240"/>
            <a:ext cx="1358311" cy="1234440"/>
          </a:xfrm>
          <a:prstGeom prst="rect">
            <a:avLst/>
          </a:prstGeom>
        </p:spPr>
      </p:pic>
      <p:pic>
        <p:nvPicPr>
          <p:cNvPr id="27" name="o236" descr="img/tach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600000">
            <a:off x="7178040" y="3794760"/>
            <a:ext cx="685800" cy="685800"/>
          </a:xfrm>
          <a:prstGeom prst="rect">
            <a:avLst/>
          </a:prstGeom>
        </p:spPr>
      </p:pic>
      <p:sp>
        <p:nvSpPr>
          <p:cNvPr id="28" name="o237"/>
          <p:cNvSpPr txBox="1"/>
          <p:nvPr/>
        </p:nvSpPr>
        <p:spPr>
          <a:xfrm>
            <a:off x="4434840" y="57332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agregar sombras</a:t>
            </a:r>
            <a:endParaRPr lang="en-US" sz="1600" dirty="0"/>
          </a:p>
        </p:txBody>
      </p:sp>
      <p:sp>
        <p:nvSpPr>
          <p:cNvPr id="29" name="o238"/>
          <p:cNvSpPr/>
          <p:nvPr/>
        </p:nvSpPr>
        <p:spPr>
          <a:xfrm rot="60000">
            <a:off x="8229600" y="4114800"/>
            <a:ext cx="3429000" cy="1600200"/>
          </a:xfrm>
          <a:prstGeom prst="roundRect">
            <a:avLst>
              <a:gd name="adj" fmla="val 17143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30" name="o239"/>
          <p:cNvSpPr/>
          <p:nvPr/>
        </p:nvSpPr>
        <p:spPr>
          <a:xfrm rot="60000">
            <a:off x="8138160" y="4023360"/>
            <a:ext cx="3429000" cy="16002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31" name="o240" descr="No separar las capa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60000">
            <a:off x="9306569" y="4206240"/>
            <a:ext cx="1092181" cy="1234440"/>
          </a:xfrm>
          <a:prstGeom prst="rect">
            <a:avLst/>
          </a:prstGeom>
        </p:spPr>
      </p:pic>
      <p:pic>
        <p:nvPicPr>
          <p:cNvPr id="32" name="o241" descr="img/tach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600000">
            <a:off x="10881360" y="3794760"/>
            <a:ext cx="685800" cy="685800"/>
          </a:xfrm>
          <a:prstGeom prst="rect">
            <a:avLst/>
          </a:prstGeom>
        </p:spPr>
      </p:pic>
      <p:sp>
        <p:nvSpPr>
          <p:cNvPr id="33" name="o242"/>
          <p:cNvSpPr txBox="1"/>
          <p:nvPr/>
        </p:nvSpPr>
        <p:spPr>
          <a:xfrm>
            <a:off x="8138160" y="57332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separar las capas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48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243" descr="img/mancha-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-794825"/>
            <a:ext cx="6949440" cy="5613009"/>
          </a:xfrm>
          <a:prstGeom prst="rect">
            <a:avLst/>
          </a:prstGeom>
        </p:spPr>
      </p:pic>
      <p:sp>
        <p:nvSpPr>
          <p:cNvPr id="3" name="o244"/>
          <p:cNvSpPr/>
          <p:nvPr/>
        </p:nvSpPr>
        <p:spPr>
          <a:xfrm>
            <a:off x="7818120" y="594360"/>
            <a:ext cx="3291840" cy="32918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4" name="o245"/>
          <p:cNvSpPr txBox="1"/>
          <p:nvPr/>
        </p:nvSpPr>
        <p:spPr>
          <a:xfrm>
            <a:off x="7818120" y="5943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5D1B6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5000" dirty="0"/>
          </a:p>
        </p:txBody>
      </p:sp>
      <p:pic>
        <p:nvPicPr>
          <p:cNvPr id="5" name="o246" descr="img/estrel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0000">
            <a:off x="10424160" y="3200400"/>
            <a:ext cx="1280160" cy="1280160"/>
          </a:xfrm>
          <a:prstGeom prst="rect">
            <a:avLst/>
          </a:prstGeom>
        </p:spPr>
      </p:pic>
      <p:pic>
        <p:nvPicPr>
          <p:cNvPr id="6" name="o247" descr="img/destell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6949440" y="274320"/>
            <a:ext cx="1097280" cy="1097280"/>
          </a:xfrm>
          <a:prstGeom prst="rect">
            <a:avLst/>
          </a:prstGeom>
        </p:spPr>
      </p:pic>
      <p:sp>
        <p:nvSpPr>
          <p:cNvPr id="7" name="o248"/>
          <p:cNvSpPr/>
          <p:nvPr/>
        </p:nvSpPr>
        <p:spPr>
          <a:xfrm rot="-240000">
            <a:off x="640080" y="324612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SECCIÓN 03</a:t>
            </a:r>
            <a:endParaRPr lang="en-US" sz="1300" dirty="0"/>
          </a:p>
        </p:txBody>
      </p:sp>
      <p:sp>
        <p:nvSpPr>
          <p:cNvPr id="8" name="o249"/>
          <p:cNvSpPr txBox="1"/>
          <p:nvPr/>
        </p:nvSpPr>
        <p:spPr>
          <a:xfrm>
            <a:off x="640080" y="3840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Color y tipografía</a:t>
            </a:r>
            <a:endParaRPr lang="en-US" sz="8000" dirty="0"/>
          </a:p>
        </p:txBody>
      </p:sp>
      <p:sp>
        <p:nvSpPr>
          <p:cNvPr id="9" name="o250"/>
          <p:cNvSpPr txBox="1"/>
          <p:nvPr/>
        </p:nvSpPr>
        <p:spPr>
          <a:xfrm>
            <a:off x="640080" y="5303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paleta, sus proporciones y las letras.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Tinta, papel y un golpe de magenta</a:t>
            </a:r>
            <a:endParaRPr lang="en-US" sz="4000" dirty="0"/>
          </a:p>
        </p:txBody>
      </p:sp>
      <p:sp>
        <p:nvSpPr>
          <p:cNvPr id="4" name="o251"/>
          <p:cNvSpPr/>
          <p:nvPr/>
        </p:nvSpPr>
        <p:spPr>
          <a:xfrm rot="-180000">
            <a:off x="640080" y="411480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COLORES PRINCIPALES</a:t>
            </a:r>
            <a:endParaRPr lang="en-US" sz="1300" dirty="0"/>
          </a:p>
        </p:txBody>
      </p:sp>
      <p:sp>
        <p:nvSpPr>
          <p:cNvPr id="5" name="o252"/>
          <p:cNvSpPr/>
          <p:nvPr/>
        </p:nvSpPr>
        <p:spPr>
          <a:xfrm rot="-480000">
            <a:off x="941832" y="2084832"/>
            <a:ext cx="2606040" cy="3840480"/>
          </a:xfrm>
          <a:prstGeom prst="roundRect">
            <a:avLst>
              <a:gd name="adj" fmla="val 10526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6" name="o253"/>
          <p:cNvSpPr/>
          <p:nvPr/>
        </p:nvSpPr>
        <p:spPr>
          <a:xfrm rot="-480000">
            <a:off x="822960" y="1965960"/>
            <a:ext cx="2606040" cy="3840480"/>
          </a:xfrm>
          <a:prstGeom prst="roundRect">
            <a:avLst>
              <a:gd name="adj" fmla="val 10526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7" name="o254"/>
          <p:cNvSpPr txBox="1"/>
          <p:nvPr/>
        </p:nvSpPr>
        <p:spPr>
          <a:xfrm rot="-480000">
            <a:off x="1097280" y="3886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Tinta</a:t>
            </a:r>
            <a:endParaRPr lang="en-US" sz="2800" dirty="0"/>
          </a:p>
        </p:txBody>
      </p:sp>
      <p:sp>
        <p:nvSpPr>
          <p:cNvPr id="8" name="o255"/>
          <p:cNvSpPr txBox="1"/>
          <p:nvPr/>
        </p:nvSpPr>
        <p:spPr>
          <a:xfrm rot="-480000">
            <a:off x="1097280" y="4480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#171824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RGB 23 24 36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Texto y acciones</a:t>
            </a:r>
            <a:endParaRPr lang="en-US" sz="1300" dirty="0"/>
          </a:p>
        </p:txBody>
      </p:sp>
      <p:sp>
        <p:nvSpPr>
          <p:cNvPr id="9" name="o256"/>
          <p:cNvSpPr/>
          <p:nvPr/>
        </p:nvSpPr>
        <p:spPr>
          <a:xfrm rot="-60000">
            <a:off x="3456432" y="2084832"/>
            <a:ext cx="2606040" cy="3840480"/>
          </a:xfrm>
          <a:prstGeom prst="roundRect">
            <a:avLst>
              <a:gd name="adj" fmla="val 10526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0" name="o257"/>
          <p:cNvSpPr/>
          <p:nvPr/>
        </p:nvSpPr>
        <p:spPr>
          <a:xfrm rot="-60000">
            <a:off x="3337560" y="1965960"/>
            <a:ext cx="2606040" cy="38404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1" name="o258"/>
          <p:cNvSpPr txBox="1"/>
          <p:nvPr/>
        </p:nvSpPr>
        <p:spPr>
          <a:xfrm rot="-60000">
            <a:off x="3611880" y="3886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Papel</a:t>
            </a:r>
            <a:endParaRPr lang="en-US" sz="2800" dirty="0"/>
          </a:p>
        </p:txBody>
      </p:sp>
      <p:sp>
        <p:nvSpPr>
          <p:cNvPr id="12" name="o259"/>
          <p:cNvSpPr txBox="1"/>
          <p:nvPr/>
        </p:nvSpPr>
        <p:spPr>
          <a:xfrm rot="-60000">
            <a:off x="3611880" y="4480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#FFFFFF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RGB 255 255 255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Superficies</a:t>
            </a:r>
            <a:endParaRPr lang="en-US" sz="1300" dirty="0"/>
          </a:p>
        </p:txBody>
      </p:sp>
      <p:sp>
        <p:nvSpPr>
          <p:cNvPr id="13" name="o260"/>
          <p:cNvSpPr/>
          <p:nvPr/>
        </p:nvSpPr>
        <p:spPr>
          <a:xfrm rot="360000">
            <a:off x="5971032" y="2084832"/>
            <a:ext cx="2606040" cy="3840480"/>
          </a:xfrm>
          <a:prstGeom prst="roundRect">
            <a:avLst>
              <a:gd name="adj" fmla="val 10526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4" name="o261"/>
          <p:cNvSpPr/>
          <p:nvPr/>
        </p:nvSpPr>
        <p:spPr>
          <a:xfrm rot="360000">
            <a:off x="5852160" y="1965960"/>
            <a:ext cx="2606040" cy="3840480"/>
          </a:xfrm>
          <a:prstGeom prst="roundRect">
            <a:avLst>
              <a:gd name="adj" fmla="val 10526"/>
            </a:avLst>
          </a:prstGeom>
          <a:solidFill>
            <a:srgbClr val="FF2D9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5" name="o262"/>
          <p:cNvSpPr txBox="1"/>
          <p:nvPr/>
        </p:nvSpPr>
        <p:spPr>
          <a:xfrm rot="360000">
            <a:off x="6126480" y="3886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Magenta</a:t>
            </a:r>
            <a:endParaRPr lang="en-US" sz="2800" dirty="0"/>
          </a:p>
        </p:txBody>
      </p:sp>
      <p:sp>
        <p:nvSpPr>
          <p:cNvPr id="16" name="o263"/>
          <p:cNvSpPr txBox="1"/>
          <p:nvPr/>
        </p:nvSpPr>
        <p:spPr>
          <a:xfrm rot="360000">
            <a:off x="6126480" y="4480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#FF2D94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RGB 255 45 148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Identidad</a:t>
            </a:r>
            <a:endParaRPr lang="en-US" sz="1300" dirty="0"/>
          </a:p>
        </p:txBody>
      </p:sp>
      <p:graphicFrame>
        <p:nvGraphicFramePr>
          <p:cNvPr id="17" name="o264" descr=""/>
          <p:cNvGraphicFramePr/>
          <p:nvPr/>
        </p:nvGraphicFramePr>
        <p:xfrm>
          <a:off x="8732520" y="1828800"/>
          <a:ext cx="2926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o265"/>
          <p:cNvSpPr txBox="1"/>
          <p:nvPr/>
        </p:nvSpPr>
        <p:spPr>
          <a:xfrm>
            <a:off x="8732520" y="4800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60 · 30 · 10</a:t>
            </a:r>
            <a:endParaRPr lang="en-US" sz="2600" dirty="0"/>
          </a:p>
        </p:txBody>
      </p:sp>
      <p:sp>
        <p:nvSpPr>
          <p:cNvPr id="19" name="o266"/>
          <p:cNvSpPr txBox="1"/>
          <p:nvPr/>
        </p:nvSpPr>
        <p:spPr>
          <a:xfrm>
            <a:off x="8732520" y="5303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tinta · papel · magenta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 familia morada da profundidad</a:t>
            </a:r>
            <a:endParaRPr lang="en-US" sz="4000" dirty="0"/>
          </a:p>
        </p:txBody>
      </p:sp>
      <p:sp>
        <p:nvSpPr>
          <p:cNvPr id="3" name="o267"/>
          <p:cNvSpPr/>
          <p:nvPr/>
        </p:nvSpPr>
        <p:spPr>
          <a:xfrm rot="-180000">
            <a:off x="640080" y="41148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PALETA DE APOYO</a:t>
            </a:r>
            <a:endParaRPr lang="en-US" sz="1300" dirty="0"/>
          </a:p>
        </p:txBody>
      </p:sp>
      <p:sp>
        <p:nvSpPr>
          <p:cNvPr id="4" name="o268"/>
          <p:cNvSpPr/>
          <p:nvPr/>
        </p:nvSpPr>
        <p:spPr>
          <a:xfrm>
            <a:off x="777240" y="2148840"/>
            <a:ext cx="1325880" cy="1325880"/>
          </a:xfrm>
          <a:prstGeom prst="ellipse">
            <a:avLst/>
          </a:prstGeom>
          <a:solidFill>
            <a:srgbClr val="C8106E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" name="o269"/>
          <p:cNvSpPr txBox="1"/>
          <p:nvPr/>
        </p:nvSpPr>
        <p:spPr>
          <a:xfrm>
            <a:off x="685800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#C8106E</a:t>
            </a:r>
            <a:endParaRPr lang="en-US" sz="1400" dirty="0"/>
          </a:p>
        </p:txBody>
      </p:sp>
      <p:sp>
        <p:nvSpPr>
          <p:cNvPr id="6" name="o270"/>
          <p:cNvSpPr txBox="1"/>
          <p:nvPr/>
        </p:nvSpPr>
        <p:spPr>
          <a:xfrm>
            <a:off x="685800" y="3913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Magenta texto</a:t>
            </a:r>
            <a:endParaRPr lang="en-US" sz="1300" dirty="0"/>
          </a:p>
        </p:txBody>
      </p:sp>
      <p:sp>
        <p:nvSpPr>
          <p:cNvPr id="7" name="o271"/>
          <p:cNvSpPr txBox="1"/>
          <p:nvPr/>
        </p:nvSpPr>
        <p:spPr>
          <a:xfrm>
            <a:off x="685800" y="416966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Texto pequeño</a:t>
            </a:r>
            <a:endParaRPr lang="en-US" sz="1200" dirty="0"/>
          </a:p>
        </p:txBody>
      </p:sp>
      <p:sp>
        <p:nvSpPr>
          <p:cNvPr id="8" name="o272"/>
          <p:cNvSpPr/>
          <p:nvPr/>
        </p:nvSpPr>
        <p:spPr>
          <a:xfrm>
            <a:off x="2350008" y="2651760"/>
            <a:ext cx="1325880" cy="1325880"/>
          </a:xfrm>
          <a:prstGeom prst="ellipse">
            <a:avLst/>
          </a:prstGeom>
          <a:solidFill>
            <a:srgbClr val="933D82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9" name="o273"/>
          <p:cNvSpPr txBox="1"/>
          <p:nvPr/>
        </p:nvSpPr>
        <p:spPr>
          <a:xfrm>
            <a:off x="2258568" y="4114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#933D82</a:t>
            </a:r>
            <a:endParaRPr lang="en-US" sz="1400" dirty="0"/>
          </a:p>
        </p:txBody>
      </p:sp>
      <p:sp>
        <p:nvSpPr>
          <p:cNvPr id="10" name="o274"/>
          <p:cNvSpPr txBox="1"/>
          <p:nvPr/>
        </p:nvSpPr>
        <p:spPr>
          <a:xfrm>
            <a:off x="2258568" y="44165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Ciruela</a:t>
            </a:r>
            <a:endParaRPr lang="en-US" sz="1300" dirty="0"/>
          </a:p>
        </p:txBody>
      </p:sp>
      <p:sp>
        <p:nvSpPr>
          <p:cNvPr id="11" name="o275"/>
          <p:cNvSpPr txBox="1"/>
          <p:nvPr/>
        </p:nvSpPr>
        <p:spPr>
          <a:xfrm>
            <a:off x="2258568" y="46725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Ilustración</a:t>
            </a:r>
            <a:endParaRPr lang="en-US" sz="1200" dirty="0"/>
          </a:p>
        </p:txBody>
      </p:sp>
      <p:sp>
        <p:nvSpPr>
          <p:cNvPr id="12" name="o276"/>
          <p:cNvSpPr/>
          <p:nvPr/>
        </p:nvSpPr>
        <p:spPr>
          <a:xfrm>
            <a:off x="3922776" y="2148840"/>
            <a:ext cx="1325880" cy="1325880"/>
          </a:xfrm>
          <a:prstGeom prst="ellipse">
            <a:avLst/>
          </a:prstGeom>
          <a:solidFill>
            <a:srgbClr val="5D1B6D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3" name="o277"/>
          <p:cNvSpPr txBox="1"/>
          <p:nvPr/>
        </p:nvSpPr>
        <p:spPr>
          <a:xfrm>
            <a:off x="3831336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#5D1B6D</a:t>
            </a:r>
            <a:endParaRPr lang="en-US" sz="1400" dirty="0"/>
          </a:p>
        </p:txBody>
      </p:sp>
      <p:sp>
        <p:nvSpPr>
          <p:cNvPr id="14" name="o278"/>
          <p:cNvSpPr txBox="1"/>
          <p:nvPr/>
        </p:nvSpPr>
        <p:spPr>
          <a:xfrm>
            <a:off x="3831336" y="3913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Uva</a:t>
            </a:r>
            <a:endParaRPr lang="en-US" sz="1300" dirty="0"/>
          </a:p>
        </p:txBody>
      </p:sp>
      <p:sp>
        <p:nvSpPr>
          <p:cNvPr id="15" name="o279"/>
          <p:cNvSpPr txBox="1"/>
          <p:nvPr/>
        </p:nvSpPr>
        <p:spPr>
          <a:xfrm>
            <a:off x="3831336" y="416966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Presidencial</a:t>
            </a:r>
            <a:endParaRPr lang="en-US" sz="1200" dirty="0"/>
          </a:p>
        </p:txBody>
      </p:sp>
      <p:sp>
        <p:nvSpPr>
          <p:cNvPr id="16" name="o280"/>
          <p:cNvSpPr/>
          <p:nvPr/>
        </p:nvSpPr>
        <p:spPr>
          <a:xfrm>
            <a:off x="5495544" y="2651760"/>
            <a:ext cx="1325880" cy="1325880"/>
          </a:xfrm>
          <a:prstGeom prst="ellipse">
            <a:avLst/>
          </a:prstGeom>
          <a:solidFill>
            <a:srgbClr val="FFE3F1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7" name="o281"/>
          <p:cNvSpPr txBox="1"/>
          <p:nvPr/>
        </p:nvSpPr>
        <p:spPr>
          <a:xfrm>
            <a:off x="5404104" y="4114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#FFE3F1</a:t>
            </a:r>
            <a:endParaRPr lang="en-US" sz="1400" dirty="0"/>
          </a:p>
        </p:txBody>
      </p:sp>
      <p:sp>
        <p:nvSpPr>
          <p:cNvPr id="18" name="o282"/>
          <p:cNvSpPr txBox="1"/>
          <p:nvPr/>
        </p:nvSpPr>
        <p:spPr>
          <a:xfrm>
            <a:off x="5404104" y="44165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Rosa claro</a:t>
            </a:r>
            <a:endParaRPr lang="en-US" sz="1300" dirty="0"/>
          </a:p>
        </p:txBody>
      </p:sp>
      <p:sp>
        <p:nvSpPr>
          <p:cNvPr id="19" name="o283"/>
          <p:cNvSpPr txBox="1"/>
          <p:nvPr/>
        </p:nvSpPr>
        <p:spPr>
          <a:xfrm>
            <a:off x="5404104" y="46725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Selección</a:t>
            </a:r>
            <a:endParaRPr lang="en-US" sz="1200" dirty="0"/>
          </a:p>
        </p:txBody>
      </p:sp>
      <p:sp>
        <p:nvSpPr>
          <p:cNvPr id="20" name="o284"/>
          <p:cNvSpPr/>
          <p:nvPr/>
        </p:nvSpPr>
        <p:spPr>
          <a:xfrm>
            <a:off x="7068312" y="2148840"/>
            <a:ext cx="1325880" cy="1325880"/>
          </a:xfrm>
          <a:prstGeom prst="ellipse">
            <a:avLst/>
          </a:prstGeom>
          <a:solidFill>
            <a:srgbClr val="B481FF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21" name="o285"/>
          <p:cNvSpPr txBox="1"/>
          <p:nvPr/>
        </p:nvSpPr>
        <p:spPr>
          <a:xfrm>
            <a:off x="6976872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#B481FF</a:t>
            </a:r>
            <a:endParaRPr lang="en-US" sz="1400" dirty="0"/>
          </a:p>
        </p:txBody>
      </p:sp>
      <p:sp>
        <p:nvSpPr>
          <p:cNvPr id="22" name="o286"/>
          <p:cNvSpPr txBox="1"/>
          <p:nvPr/>
        </p:nvSpPr>
        <p:spPr>
          <a:xfrm>
            <a:off x="6976872" y="3913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Lila</a:t>
            </a:r>
            <a:endParaRPr lang="en-US" sz="1300" dirty="0"/>
          </a:p>
        </p:txBody>
      </p:sp>
      <p:sp>
        <p:nvSpPr>
          <p:cNvPr id="23" name="o287"/>
          <p:cNvSpPr txBox="1"/>
          <p:nvPr/>
        </p:nvSpPr>
        <p:spPr>
          <a:xfrm>
            <a:off x="6976872" y="416966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Categorías</a:t>
            </a:r>
            <a:endParaRPr lang="en-US" sz="1200" dirty="0"/>
          </a:p>
        </p:txBody>
      </p:sp>
      <p:sp>
        <p:nvSpPr>
          <p:cNvPr id="24" name="o288"/>
          <p:cNvSpPr/>
          <p:nvPr/>
        </p:nvSpPr>
        <p:spPr>
          <a:xfrm>
            <a:off x="8641080" y="2651760"/>
            <a:ext cx="1325880" cy="1325880"/>
          </a:xfrm>
          <a:prstGeom prst="ellipse">
            <a:avLst/>
          </a:prstGeom>
          <a:solidFill>
            <a:srgbClr val="8495FF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25" name="o289"/>
          <p:cNvSpPr txBox="1"/>
          <p:nvPr/>
        </p:nvSpPr>
        <p:spPr>
          <a:xfrm>
            <a:off x="8549640" y="4114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#8495FF</a:t>
            </a:r>
            <a:endParaRPr lang="en-US" sz="1400" dirty="0"/>
          </a:p>
        </p:txBody>
      </p:sp>
      <p:sp>
        <p:nvSpPr>
          <p:cNvPr id="26" name="o290"/>
          <p:cNvSpPr txBox="1"/>
          <p:nvPr/>
        </p:nvSpPr>
        <p:spPr>
          <a:xfrm>
            <a:off x="8549640" y="44165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Azul</a:t>
            </a:r>
            <a:endParaRPr lang="en-US" sz="1300" dirty="0"/>
          </a:p>
        </p:txBody>
      </p:sp>
      <p:sp>
        <p:nvSpPr>
          <p:cNvPr id="27" name="o291"/>
          <p:cNvSpPr txBox="1"/>
          <p:nvPr/>
        </p:nvSpPr>
        <p:spPr>
          <a:xfrm>
            <a:off x="8549640" y="46725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Categorías</a:t>
            </a:r>
            <a:endParaRPr lang="en-US" sz="1200" dirty="0"/>
          </a:p>
        </p:txBody>
      </p:sp>
      <p:sp>
        <p:nvSpPr>
          <p:cNvPr id="28" name="o292"/>
          <p:cNvSpPr/>
          <p:nvPr/>
        </p:nvSpPr>
        <p:spPr>
          <a:xfrm>
            <a:off x="10213848" y="2148840"/>
            <a:ext cx="1325880" cy="1325880"/>
          </a:xfrm>
          <a:prstGeom prst="ellipse">
            <a:avLst/>
          </a:prstGeom>
          <a:solidFill>
            <a:srgbClr val="A998FF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29" name="o293"/>
          <p:cNvSpPr txBox="1"/>
          <p:nvPr/>
        </p:nvSpPr>
        <p:spPr>
          <a:xfrm>
            <a:off x="10122408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#A998FF</a:t>
            </a:r>
            <a:endParaRPr lang="en-US" sz="1400" dirty="0"/>
          </a:p>
        </p:txBody>
      </p:sp>
      <p:sp>
        <p:nvSpPr>
          <p:cNvPr id="30" name="o294"/>
          <p:cNvSpPr txBox="1"/>
          <p:nvPr/>
        </p:nvSpPr>
        <p:spPr>
          <a:xfrm>
            <a:off x="10122408" y="3913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Lavanda</a:t>
            </a:r>
            <a:endParaRPr lang="en-US" sz="1300" dirty="0"/>
          </a:p>
        </p:txBody>
      </p:sp>
      <p:sp>
        <p:nvSpPr>
          <p:cNvPr id="31" name="o295"/>
          <p:cNvSpPr txBox="1"/>
          <p:nvPr/>
        </p:nvSpPr>
        <p:spPr>
          <a:xfrm>
            <a:off x="10122408" y="416966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Categorías</a:t>
            </a:r>
            <a:endParaRPr lang="en-US" sz="1200" dirty="0"/>
          </a:p>
        </p:txBody>
      </p:sp>
      <p:sp>
        <p:nvSpPr>
          <p:cNvPr id="32" name="o296"/>
          <p:cNvSpPr/>
          <p:nvPr/>
        </p:nvSpPr>
        <p:spPr>
          <a:xfrm>
            <a:off x="640080" y="5532120"/>
            <a:ext cx="10881360" cy="548640"/>
          </a:xfrm>
          <a:prstGeom prst="roundRect">
            <a:avLst>
              <a:gd name="adj" fmla="val 50000"/>
            </a:avLst>
          </a:prstGeom>
          <a:solidFill>
            <a:srgbClr val="22233A"/>
          </a:solidFill>
          <a:ln w="19050">
            <a:solidFill>
              <a:srgbClr val="B481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Lila, azul y lavanda solo distinguen categorías en gráficas, siempre con etiqueta. Nunca como texto.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C8796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Los datos también se visten de marca</a:t>
            </a:r>
            <a:endParaRPr lang="en-US" sz="4000" dirty="0"/>
          </a:p>
        </p:txBody>
      </p:sp>
      <p:sp>
        <p:nvSpPr>
          <p:cNvPr id="4" name="o297"/>
          <p:cNvSpPr/>
          <p:nvPr/>
        </p:nvSpPr>
        <p:spPr>
          <a:xfrm rot="-180000">
            <a:off x="640080" y="411480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8495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COLOR EN LOS DATOS</a:t>
            </a:r>
            <a:endParaRPr lang="en-US" sz="1300" dirty="0"/>
          </a:p>
        </p:txBody>
      </p:sp>
      <p:sp>
        <p:nvSpPr>
          <p:cNvPr id="5" name="o298"/>
          <p:cNvSpPr/>
          <p:nvPr/>
        </p:nvSpPr>
        <p:spPr>
          <a:xfrm rot="-60000">
            <a:off x="731520" y="1920240"/>
            <a:ext cx="6949440" cy="4251960"/>
          </a:xfrm>
          <a:prstGeom prst="roundRect">
            <a:avLst>
              <a:gd name="adj" fmla="val 7527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6" name="o299"/>
          <p:cNvSpPr/>
          <p:nvPr/>
        </p:nvSpPr>
        <p:spPr>
          <a:xfrm rot="-60000">
            <a:off x="640080" y="1828800"/>
            <a:ext cx="6949440" cy="4251960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7" name="o300" descr="Intermedia 2009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3913632"/>
            <a:ext cx="777240" cy="1344168"/>
          </a:xfrm>
          <a:prstGeom prst="rect">
            <a:avLst/>
          </a:prstGeom>
        </p:spPr>
      </p:pic>
      <p:sp>
        <p:nvSpPr>
          <p:cNvPr id="8" name="o301"/>
          <p:cNvSpPr/>
          <p:nvPr/>
        </p:nvSpPr>
        <p:spPr>
          <a:xfrm>
            <a:off x="1097280" y="3913632"/>
            <a:ext cx="777240" cy="1344168"/>
          </a:xfrm>
          <a:prstGeom prst="rect">
            <a:avLst/>
          </a:prstGeom>
          <a:ln w="19050">
            <a:solidFill>
              <a:srgbClr val="171824"/>
            </a:solidFill>
            <a:prstDash val="solid"/>
          </a:ln>
        </p:spPr>
      </p:sp>
      <p:sp>
        <p:nvSpPr>
          <p:cNvPr id="9" name="o302"/>
          <p:cNvSpPr txBox="1"/>
          <p:nvPr/>
        </p:nvSpPr>
        <p:spPr>
          <a:xfrm>
            <a:off x="1097280" y="35844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44.1</a:t>
            </a:r>
            <a:endParaRPr lang="en-US" sz="1400" dirty="0"/>
          </a:p>
        </p:txBody>
      </p:sp>
      <p:sp>
        <p:nvSpPr>
          <p:cNvPr id="10" name="o303"/>
          <p:cNvSpPr txBox="1"/>
          <p:nvPr/>
        </p:nvSpPr>
        <p:spPr>
          <a:xfrm>
            <a:off x="1097280" y="5330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2009</a:t>
            </a:r>
            <a:endParaRPr lang="en-US" sz="1300" dirty="0"/>
          </a:p>
        </p:txBody>
      </p:sp>
      <p:sp>
        <p:nvSpPr>
          <p:cNvPr id="11" name="o304"/>
          <p:cNvSpPr/>
          <p:nvPr/>
        </p:nvSpPr>
        <p:spPr>
          <a:xfrm>
            <a:off x="2121408" y="3364992"/>
            <a:ext cx="777240" cy="1892808"/>
          </a:xfrm>
          <a:prstGeom prst="roundRect">
            <a:avLst>
              <a:gd name="adj" fmla="val 11765"/>
            </a:avLst>
          </a:prstGeom>
          <a:solidFill>
            <a:srgbClr val="5D1B6D"/>
          </a:solidFill>
          <a:ln w="19050">
            <a:solidFill>
              <a:srgbClr val="171824"/>
            </a:solidFill>
            <a:prstDash val="solid"/>
          </a:ln>
        </p:spPr>
      </p:sp>
      <p:sp>
        <p:nvSpPr>
          <p:cNvPr id="12" name="o305"/>
          <p:cNvSpPr txBox="1"/>
          <p:nvPr/>
        </p:nvSpPr>
        <p:spPr>
          <a:xfrm>
            <a:off x="2121408" y="30358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62.1</a:t>
            </a:r>
            <a:endParaRPr lang="en-US" sz="1400" dirty="0"/>
          </a:p>
        </p:txBody>
      </p:sp>
      <p:sp>
        <p:nvSpPr>
          <p:cNvPr id="13" name="o306"/>
          <p:cNvSpPr txBox="1"/>
          <p:nvPr/>
        </p:nvSpPr>
        <p:spPr>
          <a:xfrm>
            <a:off x="2121408" y="5330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2012</a:t>
            </a:r>
            <a:endParaRPr lang="en-US" sz="1300" dirty="0"/>
          </a:p>
        </p:txBody>
      </p:sp>
      <p:pic>
        <p:nvPicPr>
          <p:cNvPr id="14" name="o307" descr="Intermedia 2015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45536" y="3822192"/>
            <a:ext cx="777240" cy="1435608"/>
          </a:xfrm>
          <a:prstGeom prst="rect">
            <a:avLst/>
          </a:prstGeom>
        </p:spPr>
      </p:pic>
      <p:sp>
        <p:nvSpPr>
          <p:cNvPr id="15" name="o308"/>
          <p:cNvSpPr/>
          <p:nvPr/>
        </p:nvSpPr>
        <p:spPr>
          <a:xfrm>
            <a:off x="3145536" y="3822192"/>
            <a:ext cx="777240" cy="1435608"/>
          </a:xfrm>
          <a:prstGeom prst="rect">
            <a:avLst/>
          </a:prstGeom>
          <a:ln w="19050">
            <a:solidFill>
              <a:srgbClr val="171824"/>
            </a:solidFill>
            <a:prstDash val="solid"/>
          </a:ln>
        </p:spPr>
      </p:sp>
      <p:sp>
        <p:nvSpPr>
          <p:cNvPr id="16" name="o309"/>
          <p:cNvSpPr txBox="1"/>
          <p:nvPr/>
        </p:nvSpPr>
        <p:spPr>
          <a:xfrm>
            <a:off x="3145536" y="34930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47.1</a:t>
            </a:r>
            <a:endParaRPr lang="en-US" sz="1400" dirty="0"/>
          </a:p>
        </p:txBody>
      </p:sp>
      <p:sp>
        <p:nvSpPr>
          <p:cNvPr id="17" name="o310"/>
          <p:cNvSpPr txBox="1"/>
          <p:nvPr/>
        </p:nvSpPr>
        <p:spPr>
          <a:xfrm>
            <a:off x="3145536" y="5330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2015</a:t>
            </a:r>
            <a:endParaRPr lang="en-US" sz="1300" dirty="0"/>
          </a:p>
        </p:txBody>
      </p:sp>
      <p:sp>
        <p:nvSpPr>
          <p:cNvPr id="18" name="o311"/>
          <p:cNvSpPr/>
          <p:nvPr/>
        </p:nvSpPr>
        <p:spPr>
          <a:xfrm>
            <a:off x="4169664" y="3355848"/>
            <a:ext cx="777240" cy="1901952"/>
          </a:xfrm>
          <a:prstGeom prst="roundRect">
            <a:avLst>
              <a:gd name="adj" fmla="val 11765"/>
            </a:avLst>
          </a:prstGeom>
          <a:solidFill>
            <a:srgbClr val="5D1B6D"/>
          </a:solidFill>
          <a:ln w="19050">
            <a:solidFill>
              <a:srgbClr val="171824"/>
            </a:solidFill>
            <a:prstDash val="solid"/>
          </a:ln>
        </p:spPr>
      </p:sp>
      <p:sp>
        <p:nvSpPr>
          <p:cNvPr id="19" name="o312"/>
          <p:cNvSpPr txBox="1"/>
          <p:nvPr/>
        </p:nvSpPr>
        <p:spPr>
          <a:xfrm>
            <a:off x="4169664" y="3026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62.4</a:t>
            </a:r>
            <a:endParaRPr lang="en-US" sz="1400" dirty="0"/>
          </a:p>
        </p:txBody>
      </p:sp>
      <p:sp>
        <p:nvSpPr>
          <p:cNvPr id="20" name="o313"/>
          <p:cNvSpPr txBox="1"/>
          <p:nvPr/>
        </p:nvSpPr>
        <p:spPr>
          <a:xfrm>
            <a:off x="4169664" y="5330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2018</a:t>
            </a:r>
            <a:endParaRPr lang="en-US" sz="1300" dirty="0"/>
          </a:p>
        </p:txBody>
      </p:sp>
      <p:pic>
        <p:nvPicPr>
          <p:cNvPr id="21" name="o314" descr="Intermedia 2021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93792" y="3678936"/>
            <a:ext cx="777240" cy="1578864"/>
          </a:xfrm>
          <a:prstGeom prst="rect">
            <a:avLst/>
          </a:prstGeom>
        </p:spPr>
      </p:pic>
      <p:sp>
        <p:nvSpPr>
          <p:cNvPr id="22" name="o315"/>
          <p:cNvSpPr/>
          <p:nvPr/>
        </p:nvSpPr>
        <p:spPr>
          <a:xfrm>
            <a:off x="5193792" y="3678936"/>
            <a:ext cx="777240" cy="1578864"/>
          </a:xfrm>
          <a:prstGeom prst="rect">
            <a:avLst/>
          </a:prstGeom>
          <a:ln w="19050">
            <a:solidFill>
              <a:srgbClr val="171824"/>
            </a:solidFill>
            <a:prstDash val="solid"/>
          </a:ln>
        </p:spPr>
      </p:sp>
      <p:sp>
        <p:nvSpPr>
          <p:cNvPr id="23" name="o316"/>
          <p:cNvSpPr txBox="1"/>
          <p:nvPr/>
        </p:nvSpPr>
        <p:spPr>
          <a:xfrm>
            <a:off x="5193792" y="3349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51.8</a:t>
            </a:r>
            <a:endParaRPr lang="en-US" sz="1400" dirty="0"/>
          </a:p>
        </p:txBody>
      </p:sp>
      <p:sp>
        <p:nvSpPr>
          <p:cNvPr id="24" name="o317"/>
          <p:cNvSpPr txBox="1"/>
          <p:nvPr/>
        </p:nvSpPr>
        <p:spPr>
          <a:xfrm>
            <a:off x="5193792" y="5330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2021</a:t>
            </a:r>
            <a:endParaRPr lang="en-US" sz="1300" dirty="0"/>
          </a:p>
        </p:txBody>
      </p:sp>
      <p:sp>
        <p:nvSpPr>
          <p:cNvPr id="25" name="o318"/>
          <p:cNvSpPr/>
          <p:nvPr/>
        </p:nvSpPr>
        <p:spPr>
          <a:xfrm>
            <a:off x="6217920" y="3438144"/>
            <a:ext cx="777240" cy="1819656"/>
          </a:xfrm>
          <a:prstGeom prst="roundRect">
            <a:avLst>
              <a:gd name="adj" fmla="val 11765"/>
            </a:avLst>
          </a:prstGeom>
          <a:solidFill>
            <a:srgbClr val="5D1B6D"/>
          </a:solidFill>
          <a:ln w="19050">
            <a:solidFill>
              <a:srgbClr val="171824"/>
            </a:solidFill>
            <a:prstDash val="solid"/>
          </a:ln>
        </p:spPr>
      </p:sp>
      <p:sp>
        <p:nvSpPr>
          <p:cNvPr id="26" name="o319"/>
          <p:cNvSpPr txBox="1"/>
          <p:nvPr/>
        </p:nvSpPr>
        <p:spPr>
          <a:xfrm>
            <a:off x="6217920" y="3108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59.7</a:t>
            </a:r>
            <a:endParaRPr lang="en-US" sz="1400" dirty="0"/>
          </a:p>
        </p:txBody>
      </p:sp>
      <p:sp>
        <p:nvSpPr>
          <p:cNvPr id="27" name="o320"/>
          <p:cNvSpPr txBox="1"/>
          <p:nvPr/>
        </p:nvSpPr>
        <p:spPr>
          <a:xfrm>
            <a:off x="6217920" y="5330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2024</a:t>
            </a:r>
            <a:endParaRPr lang="en-US" sz="1300" dirty="0"/>
          </a:p>
        </p:txBody>
      </p:sp>
      <p:sp>
        <p:nvSpPr>
          <p:cNvPr id="28" name="o321"/>
          <p:cNvSpPr/>
          <p:nvPr/>
        </p:nvSpPr>
        <p:spPr>
          <a:xfrm>
            <a:off x="1097280" y="562356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5D1B6D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■ PRESIDENCIAL</a:t>
            </a:r>
            <a:endParaRPr lang="en-US" sz="1100" dirty="0"/>
          </a:p>
        </p:txBody>
      </p:sp>
      <p:sp>
        <p:nvSpPr>
          <p:cNvPr id="29" name="o322"/>
          <p:cNvSpPr/>
          <p:nvPr/>
        </p:nvSpPr>
        <p:spPr>
          <a:xfrm>
            <a:off x="3063240" y="56235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FFE3F1"/>
          </a:solidFill>
          <a:ln w="28575">
            <a:solidFill>
              <a:srgbClr val="C810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▨ INTERMEDIA</a:t>
            </a:r>
            <a:endParaRPr lang="en-US" sz="1100" dirty="0"/>
          </a:p>
        </p:txBody>
      </p:sp>
      <p:sp>
        <p:nvSpPr>
          <p:cNvPr id="30" name="o323"/>
          <p:cNvSpPr/>
          <p:nvPr/>
        </p:nvSpPr>
        <p:spPr>
          <a:xfrm rot="240000">
            <a:off x="4800600" y="2148840"/>
            <a:ext cx="2606040" cy="777240"/>
          </a:xfrm>
          <a:prstGeom prst="roundRect">
            <a:avLst>
              <a:gd name="adj" fmla="val 29412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31" name="o324"/>
          <p:cNvSpPr/>
          <p:nvPr/>
        </p:nvSpPr>
        <p:spPr>
          <a:xfrm rot="240000">
            <a:off x="4709160" y="2057400"/>
            <a:ext cx="2606040" cy="777240"/>
          </a:xfrm>
          <a:prstGeom prst="roundRect">
            <a:avLst>
              <a:gd name="adj" fmla="val 29412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101600" tIns="177800" rIns="1778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¡En años presidenciales se vota más!</a:t>
            </a:r>
            <a:endParaRPr lang="en-US" sz="1300" dirty="0"/>
          </a:p>
        </p:txBody>
      </p:sp>
      <p:sp>
        <p:nvSpPr>
          <p:cNvPr id="32" name="o325"/>
          <p:cNvSpPr/>
          <p:nvPr/>
        </p:nvSpPr>
        <p:spPr>
          <a:xfrm rot="90000">
            <a:off x="8092440" y="2606040"/>
            <a:ext cx="3611880" cy="3566160"/>
          </a:xfrm>
          <a:prstGeom prst="roundRect">
            <a:avLst>
              <a:gd name="adj" fmla="val 8974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33" name="o326"/>
          <p:cNvSpPr/>
          <p:nvPr/>
        </p:nvSpPr>
        <p:spPr>
          <a:xfrm rot="90000">
            <a:off x="8001000" y="2514600"/>
            <a:ext cx="3611880" cy="356616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34" name="o327"/>
          <p:cNvSpPr txBox="1"/>
          <p:nvPr/>
        </p:nvSpPr>
        <p:spPr>
          <a:xfrm>
            <a:off x="832104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Escala para mapas</a:t>
            </a:r>
            <a:endParaRPr lang="en-US" sz="1900" dirty="0"/>
          </a:p>
        </p:txBody>
      </p:sp>
      <p:sp>
        <p:nvSpPr>
          <p:cNvPr id="35" name="o328"/>
          <p:cNvSpPr/>
          <p:nvPr/>
        </p:nvSpPr>
        <p:spPr>
          <a:xfrm>
            <a:off x="8321040" y="3291840"/>
            <a:ext cx="658368" cy="475488"/>
          </a:xfrm>
          <a:prstGeom prst="roundRect">
            <a:avLst>
              <a:gd name="adj" fmla="val 23077"/>
            </a:avLst>
          </a:prstGeom>
          <a:solidFill>
            <a:srgbClr val="FAE4F0"/>
          </a:solidFill>
          <a:ln w="12700">
            <a:solidFill>
              <a:srgbClr val="171824"/>
            </a:solidFill>
            <a:prstDash val="solid"/>
          </a:ln>
        </p:spPr>
      </p:sp>
      <p:sp>
        <p:nvSpPr>
          <p:cNvPr id="36" name="o329"/>
          <p:cNvSpPr/>
          <p:nvPr/>
        </p:nvSpPr>
        <p:spPr>
          <a:xfrm>
            <a:off x="9070848" y="3291840"/>
            <a:ext cx="658368" cy="475488"/>
          </a:xfrm>
          <a:prstGeom prst="roundRect">
            <a:avLst>
              <a:gd name="adj" fmla="val 23077"/>
            </a:avLst>
          </a:prstGeom>
          <a:solidFill>
            <a:srgbClr val="FBD1E8"/>
          </a:solidFill>
          <a:ln w="12700">
            <a:solidFill>
              <a:srgbClr val="171824"/>
            </a:solidFill>
            <a:prstDash val="solid"/>
          </a:ln>
        </p:spPr>
      </p:sp>
      <p:sp>
        <p:nvSpPr>
          <p:cNvPr id="37" name="o330"/>
          <p:cNvSpPr/>
          <p:nvPr/>
        </p:nvSpPr>
        <p:spPr>
          <a:xfrm>
            <a:off x="9820656" y="3291840"/>
            <a:ext cx="658368" cy="475488"/>
          </a:xfrm>
          <a:prstGeom prst="roundRect">
            <a:avLst>
              <a:gd name="adj" fmla="val 23077"/>
            </a:avLst>
          </a:prstGeom>
          <a:solidFill>
            <a:srgbClr val="F7A2D4"/>
          </a:solidFill>
          <a:ln w="12700">
            <a:solidFill>
              <a:srgbClr val="171824"/>
            </a:solidFill>
            <a:prstDash val="solid"/>
          </a:ln>
        </p:spPr>
      </p:sp>
      <p:sp>
        <p:nvSpPr>
          <p:cNvPr id="38" name="o331"/>
          <p:cNvSpPr/>
          <p:nvPr/>
        </p:nvSpPr>
        <p:spPr>
          <a:xfrm>
            <a:off x="10570464" y="3291840"/>
            <a:ext cx="658368" cy="475488"/>
          </a:xfrm>
          <a:prstGeom prst="roundRect">
            <a:avLst>
              <a:gd name="adj" fmla="val 23077"/>
            </a:avLst>
          </a:prstGeom>
          <a:solidFill>
            <a:srgbClr val="EF67B8"/>
          </a:solidFill>
          <a:ln w="12700">
            <a:solidFill>
              <a:srgbClr val="171824"/>
            </a:solidFill>
            <a:prstDash val="solid"/>
          </a:ln>
        </p:spPr>
      </p:sp>
      <p:sp>
        <p:nvSpPr>
          <p:cNvPr id="39" name="o332"/>
          <p:cNvSpPr/>
          <p:nvPr/>
        </p:nvSpPr>
        <p:spPr>
          <a:xfrm>
            <a:off x="8321040" y="3858768"/>
            <a:ext cx="658368" cy="475488"/>
          </a:xfrm>
          <a:prstGeom prst="roundRect">
            <a:avLst>
              <a:gd name="adj" fmla="val 23077"/>
            </a:avLst>
          </a:prstGeom>
          <a:solidFill>
            <a:srgbClr val="E648A7"/>
          </a:solidFill>
          <a:ln w="12700">
            <a:solidFill>
              <a:srgbClr val="171824"/>
            </a:solidFill>
            <a:prstDash val="solid"/>
          </a:ln>
        </p:spPr>
      </p:sp>
      <p:sp>
        <p:nvSpPr>
          <p:cNvPr id="40" name="o333"/>
          <p:cNvSpPr/>
          <p:nvPr/>
        </p:nvSpPr>
        <p:spPr>
          <a:xfrm>
            <a:off x="9070848" y="3858768"/>
            <a:ext cx="658368" cy="475488"/>
          </a:xfrm>
          <a:prstGeom prst="roundRect">
            <a:avLst>
              <a:gd name="adj" fmla="val 23077"/>
            </a:avLst>
          </a:prstGeom>
          <a:solidFill>
            <a:srgbClr val="B4318A"/>
          </a:solidFill>
          <a:ln w="12700">
            <a:solidFill>
              <a:srgbClr val="171824"/>
            </a:solidFill>
            <a:prstDash val="solid"/>
          </a:ln>
        </p:spPr>
      </p:sp>
      <p:sp>
        <p:nvSpPr>
          <p:cNvPr id="41" name="o334"/>
          <p:cNvSpPr/>
          <p:nvPr/>
        </p:nvSpPr>
        <p:spPr>
          <a:xfrm>
            <a:off x="9820656" y="3858768"/>
            <a:ext cx="658368" cy="475488"/>
          </a:xfrm>
          <a:prstGeom prst="roundRect">
            <a:avLst>
              <a:gd name="adj" fmla="val 23077"/>
            </a:avLst>
          </a:prstGeom>
          <a:solidFill>
            <a:srgbClr val="802277"/>
          </a:solidFill>
          <a:ln w="12700">
            <a:solidFill>
              <a:srgbClr val="171824"/>
            </a:solidFill>
            <a:prstDash val="solid"/>
          </a:ln>
        </p:spPr>
      </p:sp>
      <p:sp>
        <p:nvSpPr>
          <p:cNvPr id="42" name="o335"/>
          <p:cNvSpPr/>
          <p:nvPr/>
        </p:nvSpPr>
        <p:spPr>
          <a:xfrm>
            <a:off x="10570464" y="3858768"/>
            <a:ext cx="658368" cy="475488"/>
          </a:xfrm>
          <a:prstGeom prst="roundRect">
            <a:avLst>
              <a:gd name="adj" fmla="val 23077"/>
            </a:avLst>
          </a:prstGeom>
          <a:solidFill>
            <a:srgbClr val="5D1B6D"/>
          </a:solidFill>
          <a:ln w="12700">
            <a:solidFill>
              <a:srgbClr val="171824"/>
            </a:solidFill>
            <a:prstDash val="solid"/>
          </a:ln>
        </p:spPr>
      </p:sp>
      <p:sp>
        <p:nvSpPr>
          <p:cNvPr id="43" name="o336"/>
          <p:cNvSpPr txBox="1"/>
          <p:nvPr/>
        </p:nvSpPr>
        <p:spPr>
          <a:xfrm>
            <a:off x="8321040" y="4480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Menor → mayor participación</a:t>
            </a:r>
            <a:endParaRPr lang="en-US" sz="1200" dirty="0"/>
          </a:p>
        </p:txBody>
      </p:sp>
      <p:sp>
        <p:nvSpPr>
          <p:cNvPr id="44" name="o337"/>
          <p:cNvSpPr txBox="1"/>
          <p:nvPr/>
        </p:nvSpPr>
        <p:spPr>
          <a:xfrm>
            <a:off x="8321040" y="4846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Nunca solo color: patrón, etiqueta y tabla alternativa (RN-03).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Letras con carácter</a:t>
            </a:r>
            <a:endParaRPr lang="en-US" sz="4000" dirty="0"/>
          </a:p>
        </p:txBody>
      </p:sp>
      <p:sp>
        <p:nvSpPr>
          <p:cNvPr id="4" name="o338"/>
          <p:cNvSpPr/>
          <p:nvPr/>
        </p:nvSpPr>
        <p:spPr>
          <a:xfrm rot="-180000">
            <a:off x="640080" y="411480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TIPOGRAFÍA</a:t>
            </a:r>
            <a:endParaRPr lang="en-US" sz="1300" dirty="0"/>
          </a:p>
        </p:txBody>
      </p:sp>
      <p:sp>
        <p:nvSpPr>
          <p:cNvPr id="5" name="o339"/>
          <p:cNvSpPr/>
          <p:nvPr/>
        </p:nvSpPr>
        <p:spPr>
          <a:xfrm rot="-240000">
            <a:off x="859536" y="2048256"/>
            <a:ext cx="3931920" cy="4023360"/>
          </a:xfrm>
          <a:prstGeom prst="roundRect">
            <a:avLst>
              <a:gd name="adj" fmla="val 9302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6" name="o340"/>
          <p:cNvSpPr/>
          <p:nvPr/>
        </p:nvSpPr>
        <p:spPr>
          <a:xfrm rot="-240000">
            <a:off x="731520" y="1920240"/>
            <a:ext cx="3931920" cy="4023360"/>
          </a:xfrm>
          <a:prstGeom prst="roundRect">
            <a:avLst>
              <a:gd name="adj" fmla="val 9302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101600" tIns="177800" rIns="177800" bIns="10160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Aa</a:t>
            </a:r>
            <a:endParaRPr lang="en-US" sz="140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Sora</a:t>
            </a:r>
            <a:endParaRPr lang="en-US" sz="14000" dirty="0"/>
          </a:p>
        </p:txBody>
      </p:sp>
      <p:pic>
        <p:nvPicPr>
          <p:cNvPr id="7" name="o341" descr="img/destello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508760"/>
            <a:ext cx="822960" cy="822960"/>
          </a:xfrm>
          <a:prstGeom prst="rect">
            <a:avLst/>
          </a:prstGeom>
        </p:spPr>
      </p:pic>
      <p:sp>
        <p:nvSpPr>
          <p:cNvPr id="8" name="o342"/>
          <p:cNvSpPr/>
          <p:nvPr/>
        </p:nvSpPr>
        <p:spPr>
          <a:xfrm rot="60000">
            <a:off x="5212080" y="2011680"/>
            <a:ext cx="6400800" cy="1874520"/>
          </a:xfrm>
          <a:prstGeom prst="roundRect">
            <a:avLst>
              <a:gd name="adj" fmla="val 14634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9" name="o343"/>
          <p:cNvSpPr/>
          <p:nvPr/>
        </p:nvSpPr>
        <p:spPr>
          <a:xfrm rot="60000">
            <a:off x="5120640" y="1920240"/>
            <a:ext cx="6400800" cy="187452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Sora · titulares y cifras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Geométrica y abierta, con números muy claros. SemiBold 600 y Bold 700.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C8106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ABCDEFGHIJKLMNÑOPQRSTUVWXYZ 0123456789</a:t>
            </a:r>
            <a:endParaRPr lang="en-US" sz="2200" dirty="0"/>
          </a:p>
        </p:txBody>
      </p:sp>
      <p:sp>
        <p:nvSpPr>
          <p:cNvPr id="10" name="o344"/>
          <p:cNvSpPr/>
          <p:nvPr/>
        </p:nvSpPr>
        <p:spPr>
          <a:xfrm rot="-60000">
            <a:off x="5212080" y="4160520"/>
            <a:ext cx="6400800" cy="1874520"/>
          </a:xfrm>
          <a:prstGeom prst="roundRect">
            <a:avLst>
              <a:gd name="adj" fmla="val 14634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1" name="o345"/>
          <p:cNvSpPr/>
          <p:nvPr/>
        </p:nvSpPr>
        <p:spPr>
          <a:xfrm rot="-60000">
            <a:off x="5120640" y="4069080"/>
            <a:ext cx="6400800" cy="187452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Plus Jakarta Sans · texto e interfaz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Cálida y legible en pantallas chicas. Regular 400, Medium 500 y SemiBold 600.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abcdefghijklmnñopqrstuvwxyz ¿? ¡! %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Una escala, pocas voces</a:t>
            </a:r>
            <a:endParaRPr lang="en-US" sz="4000" dirty="0"/>
          </a:p>
        </p:txBody>
      </p:sp>
      <p:sp>
        <p:nvSpPr>
          <p:cNvPr id="4" name="o346"/>
          <p:cNvSpPr/>
          <p:nvPr/>
        </p:nvSpPr>
        <p:spPr>
          <a:xfrm rot="-180000">
            <a:off x="640080" y="411480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B481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JERARQUÍA</a:t>
            </a:r>
            <a:endParaRPr lang="en-US" sz="1300" dirty="0"/>
          </a:p>
        </p:txBody>
      </p:sp>
      <p:sp>
        <p:nvSpPr>
          <p:cNvPr id="5" name="o347"/>
          <p:cNvSpPr/>
          <p:nvPr/>
        </p:nvSpPr>
        <p:spPr>
          <a:xfrm>
            <a:off x="640080" y="19842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PORTADA</a:t>
            </a:r>
            <a:endParaRPr lang="en-US" sz="1100" dirty="0"/>
          </a:p>
        </p:txBody>
      </p:sp>
      <p:sp>
        <p:nvSpPr>
          <p:cNvPr id="6" name="o348"/>
          <p:cNvSpPr/>
          <p:nvPr/>
        </p:nvSpPr>
        <p:spPr>
          <a:xfrm>
            <a:off x="2212848" y="1892808"/>
            <a:ext cx="9052560" cy="713232"/>
          </a:xfrm>
          <a:prstGeom prst="roundRect">
            <a:avLst>
              <a:gd name="adj" fmla="val 25641"/>
            </a:avLst>
          </a:prstGeom>
          <a:solidFill>
            <a:srgbClr val="171824"/>
          </a:solidFill>
          <a:ln w="19050">
            <a:solidFill>
              <a:srgbClr val="171824"/>
            </a:solidFill>
            <a:prstDash val="solid"/>
          </a:ln>
        </p:spPr>
      </p:sp>
      <p:sp>
        <p:nvSpPr>
          <p:cNvPr id="7" name="o349"/>
          <p:cNvSpPr/>
          <p:nvPr/>
        </p:nvSpPr>
        <p:spPr>
          <a:xfrm>
            <a:off x="2148840" y="1828800"/>
            <a:ext cx="905256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9050">
            <a:solidFill>
              <a:srgbClr val="171824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¿Cuánto vota tu territorio?</a:t>
            </a:r>
            <a:endParaRPr lang="en-US" sz="2800" dirty="0"/>
          </a:p>
        </p:txBody>
      </p:sp>
      <p:sp>
        <p:nvSpPr>
          <p:cNvPr id="8" name="o350"/>
          <p:cNvSpPr txBox="1"/>
          <p:nvPr/>
        </p:nvSpPr>
        <p:spPr>
          <a:xfrm>
            <a:off x="8823960" y="2048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Sora 800 · 44/46 px</a:t>
            </a:r>
            <a:endParaRPr lang="en-US" sz="1100" dirty="0"/>
          </a:p>
        </p:txBody>
      </p:sp>
      <p:sp>
        <p:nvSpPr>
          <p:cNvPr id="9" name="o351"/>
          <p:cNvSpPr/>
          <p:nvPr/>
        </p:nvSpPr>
        <p:spPr>
          <a:xfrm>
            <a:off x="960120" y="283464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B481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CIFRA</a:t>
            </a:r>
            <a:endParaRPr lang="en-US" sz="1100" dirty="0"/>
          </a:p>
        </p:txBody>
      </p:sp>
      <p:sp>
        <p:nvSpPr>
          <p:cNvPr id="10" name="o352"/>
          <p:cNvSpPr/>
          <p:nvPr/>
        </p:nvSpPr>
        <p:spPr>
          <a:xfrm>
            <a:off x="2532888" y="2743200"/>
            <a:ext cx="8732520" cy="713232"/>
          </a:xfrm>
          <a:prstGeom prst="roundRect">
            <a:avLst>
              <a:gd name="adj" fmla="val 25641"/>
            </a:avLst>
          </a:prstGeom>
          <a:solidFill>
            <a:srgbClr val="171824"/>
          </a:solidFill>
          <a:ln w="19050">
            <a:solidFill>
              <a:srgbClr val="171824"/>
            </a:solidFill>
            <a:prstDash val="solid"/>
          </a:ln>
        </p:spPr>
      </p:sp>
      <p:sp>
        <p:nvSpPr>
          <p:cNvPr id="11" name="o353"/>
          <p:cNvSpPr/>
          <p:nvPr/>
        </p:nvSpPr>
        <p:spPr>
          <a:xfrm>
            <a:off x="2468880" y="2679192"/>
            <a:ext cx="873252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9050">
            <a:solidFill>
              <a:srgbClr val="171824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59.7 %</a:t>
            </a:r>
            <a:endParaRPr lang="en-US" sz="3400" dirty="0"/>
          </a:p>
        </p:txBody>
      </p:sp>
      <p:sp>
        <p:nvSpPr>
          <p:cNvPr id="12" name="o354"/>
          <p:cNvSpPr txBox="1"/>
          <p:nvPr/>
        </p:nvSpPr>
        <p:spPr>
          <a:xfrm>
            <a:off x="8823960" y="2898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Sora 700 · 56/56 px</a:t>
            </a:r>
            <a:endParaRPr lang="en-US" sz="1100" dirty="0"/>
          </a:p>
        </p:txBody>
      </p:sp>
      <p:sp>
        <p:nvSpPr>
          <p:cNvPr id="13" name="o355"/>
          <p:cNvSpPr/>
          <p:nvPr/>
        </p:nvSpPr>
        <p:spPr>
          <a:xfrm>
            <a:off x="1280160" y="3685032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8495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TITULAR</a:t>
            </a:r>
            <a:endParaRPr lang="en-US" sz="1100" dirty="0"/>
          </a:p>
        </p:txBody>
      </p:sp>
      <p:sp>
        <p:nvSpPr>
          <p:cNvPr id="14" name="o356"/>
          <p:cNvSpPr/>
          <p:nvPr/>
        </p:nvSpPr>
        <p:spPr>
          <a:xfrm>
            <a:off x="2852928" y="3593592"/>
            <a:ext cx="8412480" cy="713232"/>
          </a:xfrm>
          <a:prstGeom prst="roundRect">
            <a:avLst>
              <a:gd name="adj" fmla="val 25641"/>
            </a:avLst>
          </a:prstGeom>
          <a:solidFill>
            <a:srgbClr val="171824"/>
          </a:solidFill>
          <a:ln w="19050">
            <a:solidFill>
              <a:srgbClr val="171824"/>
            </a:solidFill>
            <a:prstDash val="solid"/>
          </a:ln>
        </p:spPr>
      </p:sp>
      <p:sp>
        <p:nvSpPr>
          <p:cNvPr id="15" name="o357"/>
          <p:cNvSpPr/>
          <p:nvPr/>
        </p:nvSpPr>
        <p:spPr>
          <a:xfrm>
            <a:off x="2788920" y="3529584"/>
            <a:ext cx="841248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9050">
            <a:solidFill>
              <a:srgbClr val="171824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 años presidenciales se vota más.</a:t>
            </a:r>
            <a:endParaRPr lang="en-US" sz="2100" dirty="0"/>
          </a:p>
        </p:txBody>
      </p:sp>
      <p:sp>
        <p:nvSpPr>
          <p:cNvPr id="16" name="o358"/>
          <p:cNvSpPr txBox="1"/>
          <p:nvPr/>
        </p:nvSpPr>
        <p:spPr>
          <a:xfrm>
            <a:off x="882396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Sora 700 · 26/32 px</a:t>
            </a:r>
            <a:endParaRPr lang="en-US" sz="1100" dirty="0"/>
          </a:p>
        </p:txBody>
      </p:sp>
      <p:sp>
        <p:nvSpPr>
          <p:cNvPr id="17" name="o359"/>
          <p:cNvSpPr/>
          <p:nvPr/>
        </p:nvSpPr>
        <p:spPr>
          <a:xfrm>
            <a:off x="1600200" y="4535424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FFE3F1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CUERPO</a:t>
            </a:r>
            <a:endParaRPr lang="en-US" sz="1100" dirty="0"/>
          </a:p>
        </p:txBody>
      </p:sp>
      <p:sp>
        <p:nvSpPr>
          <p:cNvPr id="18" name="o360"/>
          <p:cNvSpPr/>
          <p:nvPr/>
        </p:nvSpPr>
        <p:spPr>
          <a:xfrm>
            <a:off x="3172968" y="4443984"/>
            <a:ext cx="8092440" cy="713232"/>
          </a:xfrm>
          <a:prstGeom prst="roundRect">
            <a:avLst>
              <a:gd name="adj" fmla="val 25641"/>
            </a:avLst>
          </a:prstGeom>
          <a:solidFill>
            <a:srgbClr val="171824"/>
          </a:solidFill>
          <a:ln w="19050">
            <a:solidFill>
              <a:srgbClr val="171824"/>
            </a:solidFill>
            <a:prstDash val="solid"/>
          </a:ln>
        </p:spPr>
      </p:sp>
      <p:sp>
        <p:nvSpPr>
          <p:cNvPr id="19" name="o361"/>
          <p:cNvSpPr/>
          <p:nvPr/>
        </p:nvSpPr>
        <p:spPr>
          <a:xfrm>
            <a:off x="3108960" y="4379976"/>
            <a:ext cx="809244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9050">
            <a:solidFill>
              <a:srgbClr val="171824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Elige tu entidad y tu municipio para ver sus cifras.</a:t>
            </a:r>
            <a:endParaRPr lang="en-US" sz="1500" dirty="0"/>
          </a:p>
        </p:txBody>
      </p:sp>
      <p:sp>
        <p:nvSpPr>
          <p:cNvPr id="20" name="o362"/>
          <p:cNvSpPr txBox="1"/>
          <p:nvPr/>
        </p:nvSpPr>
        <p:spPr>
          <a:xfrm>
            <a:off x="8823960" y="4599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Jakarta 400 · 16/24 px</a:t>
            </a:r>
            <a:endParaRPr lang="en-US" sz="1100" dirty="0"/>
          </a:p>
        </p:txBody>
      </p:sp>
      <p:sp>
        <p:nvSpPr>
          <p:cNvPr id="21" name="o363"/>
          <p:cNvSpPr/>
          <p:nvPr/>
        </p:nvSpPr>
        <p:spPr>
          <a:xfrm>
            <a:off x="1920240" y="5385816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F3F2F5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META</a:t>
            </a:r>
            <a:endParaRPr lang="en-US" sz="1100" dirty="0"/>
          </a:p>
        </p:txBody>
      </p:sp>
      <p:sp>
        <p:nvSpPr>
          <p:cNvPr id="22" name="o364"/>
          <p:cNvSpPr/>
          <p:nvPr/>
        </p:nvSpPr>
        <p:spPr>
          <a:xfrm>
            <a:off x="3493008" y="5294376"/>
            <a:ext cx="7772400" cy="713232"/>
          </a:xfrm>
          <a:prstGeom prst="roundRect">
            <a:avLst>
              <a:gd name="adj" fmla="val 25641"/>
            </a:avLst>
          </a:prstGeom>
          <a:solidFill>
            <a:srgbClr val="171824"/>
          </a:solidFill>
          <a:ln w="19050">
            <a:solidFill>
              <a:srgbClr val="171824"/>
            </a:solidFill>
            <a:prstDash val="solid"/>
          </a:ln>
        </p:spPr>
      </p:sp>
      <p:sp>
        <p:nvSpPr>
          <p:cNvPr id="23" name="o365"/>
          <p:cNvSpPr/>
          <p:nvPr/>
        </p:nvSpPr>
        <p:spPr>
          <a:xfrm>
            <a:off x="3429000" y="5230368"/>
            <a:ext cx="777240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9050">
            <a:solidFill>
              <a:srgbClr val="171824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Nacional · Elección federal 2024</a:t>
            </a:r>
            <a:endParaRPr lang="en-US" sz="1300" dirty="0"/>
          </a:p>
        </p:txBody>
      </p:sp>
      <p:sp>
        <p:nvSpPr>
          <p:cNvPr id="24" name="o366"/>
          <p:cNvSpPr txBox="1"/>
          <p:nvPr/>
        </p:nvSpPr>
        <p:spPr>
          <a:xfrm>
            <a:off x="8823960" y="5449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Jakarta 400 · 14/20 px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367" descr="img/mancha-u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-794825"/>
            <a:ext cx="6949440" cy="5613009"/>
          </a:xfrm>
          <a:prstGeom prst="rect">
            <a:avLst/>
          </a:prstGeom>
        </p:spPr>
      </p:pic>
      <p:sp>
        <p:nvSpPr>
          <p:cNvPr id="3" name="o368"/>
          <p:cNvSpPr/>
          <p:nvPr/>
        </p:nvSpPr>
        <p:spPr>
          <a:xfrm>
            <a:off x="7818120" y="594360"/>
            <a:ext cx="3291840" cy="3291840"/>
          </a:xfrm>
          <a:prstGeom prst="ellipse">
            <a:avLst/>
          </a:prstGeom>
          <a:solidFill>
            <a:srgbClr val="B481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4" name="o369"/>
          <p:cNvSpPr txBox="1"/>
          <p:nvPr/>
        </p:nvSpPr>
        <p:spPr>
          <a:xfrm>
            <a:off x="7818120" y="5943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15000" dirty="0"/>
          </a:p>
        </p:txBody>
      </p:sp>
      <p:pic>
        <p:nvPicPr>
          <p:cNvPr id="5" name="o370" descr="img/destel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0000">
            <a:off x="10424160" y="3200400"/>
            <a:ext cx="1280160" cy="1280160"/>
          </a:xfrm>
          <a:prstGeom prst="rect">
            <a:avLst/>
          </a:prstGeom>
        </p:spPr>
      </p:pic>
      <p:pic>
        <p:nvPicPr>
          <p:cNvPr id="6" name="o371" descr="img/estrella-m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6949440" y="274320"/>
            <a:ext cx="1097280" cy="1097280"/>
          </a:xfrm>
          <a:prstGeom prst="rect">
            <a:avLst/>
          </a:prstGeom>
        </p:spPr>
      </p:pic>
      <p:sp>
        <p:nvSpPr>
          <p:cNvPr id="7" name="o372"/>
          <p:cNvSpPr/>
          <p:nvPr/>
        </p:nvSpPr>
        <p:spPr>
          <a:xfrm rot="-240000">
            <a:off x="640080" y="324612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SECCIÓN 04</a:t>
            </a:r>
            <a:endParaRPr lang="en-US" sz="1300" dirty="0"/>
          </a:p>
        </p:txBody>
      </p:sp>
      <p:sp>
        <p:nvSpPr>
          <p:cNvPr id="8" name="o373"/>
          <p:cNvSpPr txBox="1"/>
          <p:nvPr/>
        </p:nvSpPr>
        <p:spPr>
          <a:xfrm>
            <a:off x="640080" y="3840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Interfaz y datos</a:t>
            </a:r>
            <a:endParaRPr lang="en-US" sz="8000" dirty="0"/>
          </a:p>
        </p:txBody>
      </p:sp>
      <p:sp>
        <p:nvSpPr>
          <p:cNvPr id="9" name="o374"/>
          <p:cNvSpPr txBox="1"/>
          <p:nvPr/>
        </p:nvSpPr>
        <p:spPr>
          <a:xfrm>
            <a:off x="640080" y="5303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Cómo se ve la marca dentro de la app.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Una idea por pantalla</a:t>
            </a:r>
            <a:endParaRPr lang="en-US" sz="4000" dirty="0"/>
          </a:p>
        </p:txBody>
      </p:sp>
      <p:sp>
        <p:nvSpPr>
          <p:cNvPr id="4" name="o375"/>
          <p:cNvSpPr/>
          <p:nvPr/>
        </p:nvSpPr>
        <p:spPr>
          <a:xfrm rot="-180000">
            <a:off x="640080" y="411480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APP</a:t>
            </a:r>
            <a:endParaRPr lang="en-US" sz="1300" dirty="0"/>
          </a:p>
        </p:txBody>
      </p:sp>
      <p:pic>
        <p:nvPicPr>
          <p:cNvPr id="5" name="o376" descr="img/mancha-m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41806"/>
            <a:ext cx="4206240" cy="3397348"/>
          </a:xfrm>
          <a:prstGeom prst="rect">
            <a:avLst/>
          </a:prstGeom>
        </p:spPr>
      </p:pic>
      <p:pic>
        <p:nvPicPr>
          <p:cNvPr id="6" name="o377" descr="img/mancha-li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50831"/>
            <a:ext cx="4389120" cy="3545058"/>
          </a:xfrm>
          <a:prstGeom prst="rect">
            <a:avLst/>
          </a:prstGeom>
        </p:spPr>
      </p:pic>
      <p:pic>
        <p:nvPicPr>
          <p:cNvPr id="7" name="o378" descr="Narrativa · W-03 a W-09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300000">
            <a:off x="1583356" y="1783080"/>
            <a:ext cx="1862488" cy="3931920"/>
          </a:xfrm>
          <a:prstGeom prst="rect">
            <a:avLst/>
          </a:prstGeom>
        </p:spPr>
      </p:pic>
      <p:sp>
        <p:nvSpPr>
          <p:cNvPr id="8" name="o379"/>
          <p:cNvSpPr/>
          <p:nvPr/>
        </p:nvSpPr>
        <p:spPr>
          <a:xfrm rot="-150000">
            <a:off x="1234440" y="58064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9" name="o380"/>
          <p:cNvSpPr/>
          <p:nvPr/>
        </p:nvSpPr>
        <p:spPr>
          <a:xfrm rot="-150000">
            <a:off x="1143000" y="57150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Narrativa · W-03 a W-09</a:t>
            </a:r>
            <a:endParaRPr lang="en-US" sz="1200" dirty="0"/>
          </a:p>
        </p:txBody>
      </p:sp>
      <p:pic>
        <p:nvPicPr>
          <p:cNvPr id="10" name="o381" descr="Hoja de fuente · W-1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5149516" y="1783080"/>
            <a:ext cx="1862488" cy="3931920"/>
          </a:xfrm>
          <a:prstGeom prst="rect">
            <a:avLst/>
          </a:prstGeom>
        </p:spPr>
      </p:pic>
      <p:sp>
        <p:nvSpPr>
          <p:cNvPr id="11" name="o382"/>
          <p:cNvSpPr/>
          <p:nvPr/>
        </p:nvSpPr>
        <p:spPr>
          <a:xfrm rot="60000">
            <a:off x="4800600" y="58064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2" name="o383"/>
          <p:cNvSpPr/>
          <p:nvPr/>
        </p:nvSpPr>
        <p:spPr>
          <a:xfrm rot="60000">
            <a:off x="4709160" y="57150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Hoja de fuente · W-11</a:t>
            </a:r>
            <a:endParaRPr lang="en-US" sz="1200" dirty="0"/>
          </a:p>
        </p:txBody>
      </p:sp>
      <p:pic>
        <p:nvPicPr>
          <p:cNvPr id="13" name="o384" descr="Utilitaria · W-02, W-10, W-16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00000">
            <a:off x="8715676" y="1783080"/>
            <a:ext cx="1862488" cy="3931920"/>
          </a:xfrm>
          <a:prstGeom prst="rect">
            <a:avLst/>
          </a:prstGeom>
        </p:spPr>
      </p:pic>
      <p:sp>
        <p:nvSpPr>
          <p:cNvPr id="14" name="o385"/>
          <p:cNvSpPr/>
          <p:nvPr/>
        </p:nvSpPr>
        <p:spPr>
          <a:xfrm rot="150000">
            <a:off x="8366760" y="58064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5" name="o386"/>
          <p:cNvSpPr/>
          <p:nvPr/>
        </p:nvSpPr>
        <p:spPr>
          <a:xfrm rot="150000">
            <a:off x="8275320" y="57150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8495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Utilitaria · W-02, W-10, W-16</a:t>
            </a:r>
            <a:endParaRPr lang="en-US" sz="1200" dirty="0"/>
          </a:p>
        </p:txBody>
      </p:sp>
      <p:pic>
        <p:nvPicPr>
          <p:cNvPr id="16" name="o387" descr="img/estrell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20000">
            <a:off x="11155680" y="1188720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Controles hechos para el pulgar</a:t>
            </a:r>
            <a:endParaRPr lang="en-US" sz="4000" dirty="0"/>
          </a:p>
        </p:txBody>
      </p:sp>
      <p:sp>
        <p:nvSpPr>
          <p:cNvPr id="3" name="o388"/>
          <p:cNvSpPr/>
          <p:nvPr/>
        </p:nvSpPr>
        <p:spPr>
          <a:xfrm rot="-180000">
            <a:off x="640080" y="41148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COMPONENTES</a:t>
            </a:r>
            <a:endParaRPr lang="en-US" sz="1300" dirty="0"/>
          </a:p>
        </p:txBody>
      </p:sp>
      <p:sp>
        <p:nvSpPr>
          <p:cNvPr id="4" name="o389"/>
          <p:cNvSpPr/>
          <p:nvPr/>
        </p:nvSpPr>
        <p:spPr>
          <a:xfrm rot="-60000">
            <a:off x="731520" y="2011680"/>
            <a:ext cx="5760720" cy="4114800"/>
          </a:xfrm>
          <a:prstGeom prst="roundRect">
            <a:avLst>
              <a:gd name="adj" fmla="val 7778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5" name="o390"/>
          <p:cNvSpPr/>
          <p:nvPr/>
        </p:nvSpPr>
        <p:spPr>
          <a:xfrm rot="-60000">
            <a:off x="640080" y="1920240"/>
            <a:ext cx="5760720" cy="41148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6" name="o391"/>
          <p:cNvSpPr/>
          <p:nvPr/>
        </p:nvSpPr>
        <p:spPr>
          <a:xfrm>
            <a:off x="1097280" y="2286000"/>
            <a:ext cx="3657600" cy="566928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 mis cifras  →</a:t>
            </a:r>
            <a:endParaRPr lang="en-US" sz="1600" dirty="0"/>
          </a:p>
        </p:txBody>
      </p:sp>
      <p:sp>
        <p:nvSpPr>
          <p:cNvPr id="7" name="o392"/>
          <p:cNvSpPr/>
          <p:nvPr/>
        </p:nvSpPr>
        <p:spPr>
          <a:xfrm>
            <a:off x="1097280" y="3063240"/>
            <a:ext cx="14630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8C879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ⓘ  Fuente</a:t>
            </a:r>
            <a:endParaRPr lang="en-US" sz="1400" dirty="0"/>
          </a:p>
        </p:txBody>
      </p:sp>
      <p:sp>
        <p:nvSpPr>
          <p:cNvPr id="8" name="o393"/>
          <p:cNvSpPr/>
          <p:nvPr/>
        </p:nvSpPr>
        <p:spPr>
          <a:xfrm>
            <a:off x="2743200" y="306324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8C879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↗  Compartir</a:t>
            </a:r>
            <a:endParaRPr lang="en-US" sz="1400" dirty="0"/>
          </a:p>
        </p:txBody>
      </p:sp>
      <p:sp>
        <p:nvSpPr>
          <p:cNvPr id="9" name="o394"/>
          <p:cNvSpPr/>
          <p:nvPr/>
        </p:nvSpPr>
        <p:spPr>
          <a:xfrm>
            <a:off x="1097280" y="3794760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879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‹</a:t>
            </a:r>
            <a:endParaRPr lang="en-US" sz="1800" dirty="0"/>
          </a:p>
        </p:txBody>
      </p:sp>
      <p:sp>
        <p:nvSpPr>
          <p:cNvPr id="10" name="o395"/>
          <p:cNvSpPr/>
          <p:nvPr/>
        </p:nvSpPr>
        <p:spPr>
          <a:xfrm>
            <a:off x="1737360" y="3794760"/>
            <a:ext cx="502920" cy="502920"/>
          </a:xfrm>
          <a:prstGeom prst="ellipse">
            <a:avLst/>
          </a:prstGeom>
          <a:solidFill>
            <a:srgbClr val="1718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o396"/>
          <p:cNvSpPr/>
          <p:nvPr/>
        </p:nvSpPr>
        <p:spPr>
          <a:xfrm>
            <a:off x="2423160" y="379476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F3F2F5"/>
          </a:solidFill>
          <a:ln w="15875">
            <a:solidFill>
              <a:srgbClr val="8C879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Jalisco · Zapopan ▾</a:t>
            </a:r>
            <a:endParaRPr lang="en-US" sz="1300" dirty="0"/>
          </a:p>
        </p:txBody>
      </p:sp>
      <p:sp>
        <p:nvSpPr>
          <p:cNvPr id="12" name="o397"/>
          <p:cNvSpPr/>
          <p:nvPr/>
        </p:nvSpPr>
        <p:spPr>
          <a:xfrm>
            <a:off x="1097280" y="4526280"/>
            <a:ext cx="3657600" cy="548640"/>
          </a:xfrm>
          <a:prstGeom prst="roundRect">
            <a:avLst>
              <a:gd name="adj" fmla="val 50000"/>
            </a:avLst>
          </a:prstGeom>
          <a:solidFill>
            <a:srgbClr val="F3F2F5"/>
          </a:solidFill>
          <a:ln/>
        </p:spPr>
      </p:sp>
      <p:sp>
        <p:nvSpPr>
          <p:cNvPr id="13" name="o398"/>
          <p:cNvSpPr/>
          <p:nvPr/>
        </p:nvSpPr>
        <p:spPr>
          <a:xfrm>
            <a:off x="1161288" y="4581144"/>
            <a:ext cx="1783080" cy="438912"/>
          </a:xfrm>
          <a:prstGeom prst="roundRect">
            <a:avLst>
              <a:gd name="adj" fmla="val 50000"/>
            </a:avLst>
          </a:prstGeom>
          <a:solidFill>
            <a:srgbClr val="FFE3F1"/>
          </a:solidFill>
          <a:ln w="15875">
            <a:solidFill>
              <a:srgbClr val="FF2D9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Historia 9:16</a:t>
            </a:r>
            <a:endParaRPr lang="en-US" sz="1300" dirty="0"/>
          </a:p>
        </p:txBody>
      </p:sp>
      <p:sp>
        <p:nvSpPr>
          <p:cNvPr id="14" name="o399"/>
          <p:cNvSpPr txBox="1"/>
          <p:nvPr/>
        </p:nvSpPr>
        <p:spPr>
          <a:xfrm>
            <a:off x="2971800" y="458114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Publicación 1:1</a:t>
            </a:r>
            <a:endParaRPr lang="en-US" sz="1300" dirty="0"/>
          </a:p>
        </p:txBody>
      </p:sp>
      <p:pic>
        <p:nvPicPr>
          <p:cNvPr id="15" name="o400" descr="img/flecha-iz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80000">
            <a:off x="4852147" y="2057400"/>
            <a:ext cx="1177066" cy="594360"/>
          </a:xfrm>
          <a:prstGeom prst="rect">
            <a:avLst/>
          </a:prstGeom>
        </p:spPr>
      </p:pic>
      <p:sp>
        <p:nvSpPr>
          <p:cNvPr id="16" name="o401"/>
          <p:cNvSpPr/>
          <p:nvPr/>
        </p:nvSpPr>
        <p:spPr>
          <a:xfrm rot="120000">
            <a:off x="6903720" y="1920240"/>
            <a:ext cx="4754880" cy="960120"/>
          </a:xfrm>
          <a:prstGeom prst="roundRect">
            <a:avLst>
              <a:gd name="adj" fmla="val 2381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7" name="o402"/>
          <p:cNvSpPr/>
          <p:nvPr/>
        </p:nvSpPr>
        <p:spPr>
          <a:xfrm rot="120000">
            <a:off x="6812280" y="1828800"/>
            <a:ext cx="4754880" cy="960120"/>
          </a:xfrm>
          <a:prstGeom prst="roundRect">
            <a:avLst>
              <a:gd name="adj" fmla="val 23810"/>
            </a:avLst>
          </a:prstGeom>
          <a:solidFill>
            <a:srgbClr val="FFE3F1"/>
          </a:solidFill>
          <a:ln w="28575">
            <a:solidFill>
              <a:srgbClr val="171824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Primario en tinta, nunca en magenta. </a:t>
            </a:r>
            <a:pPr indent="0" marL="0">
              <a:buNone/>
            </a:pPr>
            <a:r>
              <a:rPr lang="en-US" sz="14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magenta marca identidad y selección.</a:t>
            </a:r>
            <a:endParaRPr lang="en-US" sz="1400" dirty="0"/>
          </a:p>
        </p:txBody>
      </p:sp>
      <p:pic>
        <p:nvPicPr>
          <p:cNvPr id="18" name="o403" descr="img/flecha-iz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80000">
            <a:off x="4852147" y="4526280"/>
            <a:ext cx="1177066" cy="594360"/>
          </a:xfrm>
          <a:prstGeom prst="rect">
            <a:avLst/>
          </a:prstGeom>
        </p:spPr>
      </p:pic>
      <p:sp>
        <p:nvSpPr>
          <p:cNvPr id="19" name="o404"/>
          <p:cNvSpPr/>
          <p:nvPr/>
        </p:nvSpPr>
        <p:spPr>
          <a:xfrm rot="-120000">
            <a:off x="6903720" y="4434840"/>
            <a:ext cx="4754880" cy="960120"/>
          </a:xfrm>
          <a:prstGeom prst="roundRect">
            <a:avLst>
              <a:gd name="adj" fmla="val 2381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20" name="o405"/>
          <p:cNvSpPr/>
          <p:nvPr/>
        </p:nvSpPr>
        <p:spPr>
          <a:xfrm rot="-120000">
            <a:off x="6812280" y="4343400"/>
            <a:ext cx="4754880" cy="960120"/>
          </a:xfrm>
          <a:prstGeom prst="roundRect">
            <a:avLst>
              <a:gd name="adj" fmla="val 23810"/>
            </a:avLst>
          </a:prstGeom>
          <a:solidFill>
            <a:srgbClr val="B481FF"/>
          </a:solidFill>
          <a:ln w="28575">
            <a:solidFill>
              <a:srgbClr val="171824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Seleccionado = rosa claro + borde magenta. </a:t>
            </a:r>
            <a:pPr indent="0" marL="0">
              <a:buNone/>
            </a:pPr>
            <a:r>
              <a:rPr lang="en-US" sz="14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Nunca solo el color.</a:t>
            </a:r>
            <a:endParaRPr lang="en-US" sz="1400" dirty="0"/>
          </a:p>
        </p:txBody>
      </p:sp>
      <p:sp>
        <p:nvSpPr>
          <p:cNvPr id="21" name="o406"/>
          <p:cNvSpPr/>
          <p:nvPr/>
        </p:nvSpPr>
        <p:spPr>
          <a:xfrm rot="-60000">
            <a:off x="6903720" y="3154680"/>
            <a:ext cx="4754880" cy="960120"/>
          </a:xfrm>
          <a:prstGeom prst="roundRect">
            <a:avLst>
              <a:gd name="adj" fmla="val 2381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22" name="o407"/>
          <p:cNvSpPr/>
          <p:nvPr/>
        </p:nvSpPr>
        <p:spPr>
          <a:xfrm rot="-60000">
            <a:off x="6812280" y="3063240"/>
            <a:ext cx="4754880" cy="96012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44 px mínimo </a:t>
            </a:r>
            <a:pPr indent="0" marL="0">
              <a:buNone/>
            </a:pPr>
            <a:r>
              <a:rPr lang="en-US" sz="14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para todo lo que se toca, y foco visible con anillo de 2 px.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¿Se lee? Lo comprobamos</a:t>
            </a:r>
            <a:endParaRPr lang="en-US" sz="4000" dirty="0"/>
          </a:p>
        </p:txBody>
      </p:sp>
      <p:sp>
        <p:nvSpPr>
          <p:cNvPr id="4" name="o408"/>
          <p:cNvSpPr/>
          <p:nvPr/>
        </p:nvSpPr>
        <p:spPr>
          <a:xfrm rot="-180000">
            <a:off x="640080" y="41148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ACCESIBILIDAD</a:t>
            </a:r>
            <a:endParaRPr lang="en-US" sz="1300" dirty="0"/>
          </a:p>
        </p:txBody>
      </p:sp>
      <p:sp>
        <p:nvSpPr>
          <p:cNvPr id="5" name="o409"/>
          <p:cNvSpPr/>
          <p:nvPr/>
        </p:nvSpPr>
        <p:spPr>
          <a:xfrm rot="-90000">
            <a:off x="822960" y="2011680"/>
            <a:ext cx="3429000" cy="1828800"/>
          </a:xfrm>
          <a:prstGeom prst="roundRect">
            <a:avLst>
              <a:gd name="adj" fmla="val 1500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6" name="o410"/>
          <p:cNvSpPr/>
          <p:nvPr/>
        </p:nvSpPr>
        <p:spPr>
          <a:xfrm rot="-90000">
            <a:off x="731520" y="1920240"/>
            <a:ext cx="3429000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7" name="o411"/>
          <p:cNvSpPr txBox="1"/>
          <p:nvPr/>
        </p:nvSpPr>
        <p:spPr>
          <a:xfrm rot="-90000">
            <a:off x="1005840" y="21488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Aa</a:t>
            </a:r>
            <a:endParaRPr lang="en-US" sz="4800" dirty="0"/>
          </a:p>
        </p:txBody>
      </p:sp>
      <p:sp>
        <p:nvSpPr>
          <p:cNvPr id="8" name="o412"/>
          <p:cNvSpPr txBox="1"/>
          <p:nvPr/>
        </p:nvSpPr>
        <p:spPr>
          <a:xfrm rot="-90000">
            <a:off x="2286000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17.6 : 1</a:t>
            </a:r>
            <a:endParaRPr lang="en-US" sz="2400" dirty="0"/>
          </a:p>
        </p:txBody>
      </p:sp>
      <p:sp>
        <p:nvSpPr>
          <p:cNvPr id="9" name="o413"/>
          <p:cNvSpPr txBox="1"/>
          <p:nvPr/>
        </p:nvSpPr>
        <p:spPr>
          <a:xfrm rot="-90000">
            <a:off x="1005840" y="30175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Tinta sobre papel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Todo texto</a:t>
            </a:r>
            <a:endParaRPr lang="en-US" sz="1300" dirty="0"/>
          </a:p>
        </p:txBody>
      </p:sp>
      <p:pic>
        <p:nvPicPr>
          <p:cNvPr id="10" name="o414" descr="img/palomita-tin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480000">
            <a:off x="3520440" y="1659840"/>
            <a:ext cx="685800" cy="593952"/>
          </a:xfrm>
          <a:prstGeom prst="rect">
            <a:avLst/>
          </a:prstGeom>
        </p:spPr>
      </p:pic>
      <p:sp>
        <p:nvSpPr>
          <p:cNvPr id="11" name="o415"/>
          <p:cNvSpPr/>
          <p:nvPr/>
        </p:nvSpPr>
        <p:spPr>
          <a:xfrm rot="60000">
            <a:off x="4526280" y="2011680"/>
            <a:ext cx="3429000" cy="1828800"/>
          </a:xfrm>
          <a:prstGeom prst="roundRect">
            <a:avLst>
              <a:gd name="adj" fmla="val 1500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2" name="o416"/>
          <p:cNvSpPr/>
          <p:nvPr/>
        </p:nvSpPr>
        <p:spPr>
          <a:xfrm rot="60000">
            <a:off x="4434840" y="1920240"/>
            <a:ext cx="3429000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3" name="o417"/>
          <p:cNvSpPr txBox="1"/>
          <p:nvPr/>
        </p:nvSpPr>
        <p:spPr>
          <a:xfrm rot="60000">
            <a:off x="4709160" y="21488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106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Aa</a:t>
            </a:r>
            <a:endParaRPr lang="en-US" sz="4800" dirty="0"/>
          </a:p>
        </p:txBody>
      </p:sp>
      <p:sp>
        <p:nvSpPr>
          <p:cNvPr id="14" name="o418"/>
          <p:cNvSpPr txBox="1"/>
          <p:nvPr/>
        </p:nvSpPr>
        <p:spPr>
          <a:xfrm rot="60000">
            <a:off x="5989320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5.6 : 1</a:t>
            </a:r>
            <a:endParaRPr lang="en-US" sz="2400" dirty="0"/>
          </a:p>
        </p:txBody>
      </p:sp>
      <p:sp>
        <p:nvSpPr>
          <p:cNvPr id="15" name="o419"/>
          <p:cNvSpPr txBox="1"/>
          <p:nvPr/>
        </p:nvSpPr>
        <p:spPr>
          <a:xfrm rot="60000">
            <a:off x="4709160" y="30175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Magenta texto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Texto pequeño y enlaces</a:t>
            </a:r>
            <a:endParaRPr lang="en-US" sz="1300" dirty="0"/>
          </a:p>
        </p:txBody>
      </p:sp>
      <p:pic>
        <p:nvPicPr>
          <p:cNvPr id="16" name="o420" descr="img/palomita-tin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80000">
            <a:off x="7223760" y="1659840"/>
            <a:ext cx="685800" cy="593952"/>
          </a:xfrm>
          <a:prstGeom prst="rect">
            <a:avLst/>
          </a:prstGeom>
        </p:spPr>
      </p:pic>
      <p:sp>
        <p:nvSpPr>
          <p:cNvPr id="17" name="o421"/>
          <p:cNvSpPr/>
          <p:nvPr/>
        </p:nvSpPr>
        <p:spPr>
          <a:xfrm rot="-60000">
            <a:off x="8229600" y="2011680"/>
            <a:ext cx="3429000" cy="1828800"/>
          </a:xfrm>
          <a:prstGeom prst="roundRect">
            <a:avLst>
              <a:gd name="adj" fmla="val 1500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8" name="o422"/>
          <p:cNvSpPr/>
          <p:nvPr/>
        </p:nvSpPr>
        <p:spPr>
          <a:xfrm rot="-60000">
            <a:off x="8138160" y="1920240"/>
            <a:ext cx="3429000" cy="1828800"/>
          </a:xfrm>
          <a:prstGeom prst="roundRect">
            <a:avLst>
              <a:gd name="adj" fmla="val 15000"/>
            </a:avLst>
          </a:prstGeom>
          <a:solidFill>
            <a:srgbClr val="FF2D9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9" name="o423"/>
          <p:cNvSpPr txBox="1"/>
          <p:nvPr/>
        </p:nvSpPr>
        <p:spPr>
          <a:xfrm rot="-60000">
            <a:off x="8412480" y="21488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Aa</a:t>
            </a:r>
            <a:endParaRPr lang="en-US" sz="4800" dirty="0"/>
          </a:p>
        </p:txBody>
      </p:sp>
      <p:sp>
        <p:nvSpPr>
          <p:cNvPr id="20" name="o424"/>
          <p:cNvSpPr txBox="1"/>
          <p:nvPr/>
        </p:nvSpPr>
        <p:spPr>
          <a:xfrm rot="-60000">
            <a:off x="9692640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5.1 : 1</a:t>
            </a:r>
            <a:endParaRPr lang="en-US" sz="2400" dirty="0"/>
          </a:p>
        </p:txBody>
      </p:sp>
      <p:sp>
        <p:nvSpPr>
          <p:cNvPr id="21" name="o425"/>
          <p:cNvSpPr txBox="1"/>
          <p:nvPr/>
        </p:nvSpPr>
        <p:spPr>
          <a:xfrm rot="-60000">
            <a:off x="8412480" y="30175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Tinta sobre magenta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Texto sobre bloques</a:t>
            </a:r>
            <a:endParaRPr lang="en-US" sz="1300" dirty="0"/>
          </a:p>
        </p:txBody>
      </p:sp>
      <p:pic>
        <p:nvPicPr>
          <p:cNvPr id="22" name="o426" descr="img/palomita-tin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80000">
            <a:off x="10927080" y="1659840"/>
            <a:ext cx="685800" cy="593952"/>
          </a:xfrm>
          <a:prstGeom prst="rect">
            <a:avLst/>
          </a:prstGeom>
        </p:spPr>
      </p:pic>
      <p:sp>
        <p:nvSpPr>
          <p:cNvPr id="23" name="o427"/>
          <p:cNvSpPr/>
          <p:nvPr/>
        </p:nvSpPr>
        <p:spPr>
          <a:xfrm rot="90000">
            <a:off x="822960" y="4160520"/>
            <a:ext cx="3429000" cy="1828800"/>
          </a:xfrm>
          <a:prstGeom prst="roundRect">
            <a:avLst>
              <a:gd name="adj" fmla="val 1500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24" name="o428"/>
          <p:cNvSpPr/>
          <p:nvPr/>
        </p:nvSpPr>
        <p:spPr>
          <a:xfrm rot="90000">
            <a:off x="731520" y="4069080"/>
            <a:ext cx="3429000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25" name="o429"/>
          <p:cNvSpPr txBox="1"/>
          <p:nvPr/>
        </p:nvSpPr>
        <p:spPr>
          <a:xfrm rot="90000">
            <a:off x="1005840" y="42976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2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Aa</a:t>
            </a:r>
            <a:endParaRPr lang="en-US" sz="4800" dirty="0"/>
          </a:p>
        </p:txBody>
      </p:sp>
      <p:sp>
        <p:nvSpPr>
          <p:cNvPr id="26" name="o430"/>
          <p:cNvSpPr txBox="1"/>
          <p:nvPr/>
        </p:nvSpPr>
        <p:spPr>
          <a:xfrm rot="90000">
            <a:off x="2286000" y="4389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3.5 : 1</a:t>
            </a:r>
            <a:endParaRPr lang="en-US" sz="2400" dirty="0"/>
          </a:p>
        </p:txBody>
      </p:sp>
      <p:sp>
        <p:nvSpPr>
          <p:cNvPr id="27" name="o431"/>
          <p:cNvSpPr txBox="1"/>
          <p:nvPr/>
        </p:nvSpPr>
        <p:spPr>
          <a:xfrm rot="90000">
            <a:off x="1005840" y="5166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Magenta sobre papel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Solo ≥ 24 px e iconos</a:t>
            </a:r>
            <a:endParaRPr lang="en-US" sz="1300" dirty="0"/>
          </a:p>
        </p:txBody>
      </p:sp>
      <p:pic>
        <p:nvPicPr>
          <p:cNvPr id="28" name="o432" descr="img/palomita-tin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0">
            <a:off x="3520440" y="3808680"/>
            <a:ext cx="685800" cy="593952"/>
          </a:xfrm>
          <a:prstGeom prst="rect">
            <a:avLst/>
          </a:prstGeom>
        </p:spPr>
      </p:pic>
      <p:sp>
        <p:nvSpPr>
          <p:cNvPr id="29" name="o433"/>
          <p:cNvSpPr/>
          <p:nvPr/>
        </p:nvSpPr>
        <p:spPr>
          <a:xfrm rot="-60000">
            <a:off x="4526280" y="4160520"/>
            <a:ext cx="3429000" cy="1828800"/>
          </a:xfrm>
          <a:prstGeom prst="roundRect">
            <a:avLst>
              <a:gd name="adj" fmla="val 1500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30" name="o434"/>
          <p:cNvSpPr/>
          <p:nvPr/>
        </p:nvSpPr>
        <p:spPr>
          <a:xfrm rot="-60000">
            <a:off x="4434840" y="4069080"/>
            <a:ext cx="3429000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31" name="o435"/>
          <p:cNvSpPr txBox="1"/>
          <p:nvPr/>
        </p:nvSpPr>
        <p:spPr>
          <a:xfrm rot="-60000">
            <a:off x="4709160" y="42976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481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Aa</a:t>
            </a:r>
            <a:endParaRPr lang="en-US" sz="4800" dirty="0"/>
          </a:p>
        </p:txBody>
      </p:sp>
      <p:sp>
        <p:nvSpPr>
          <p:cNvPr id="32" name="o436"/>
          <p:cNvSpPr txBox="1"/>
          <p:nvPr/>
        </p:nvSpPr>
        <p:spPr>
          <a:xfrm rot="-60000">
            <a:off x="5989320" y="4389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2.8 : 1</a:t>
            </a:r>
            <a:endParaRPr lang="en-US" sz="2400" dirty="0"/>
          </a:p>
        </p:txBody>
      </p:sp>
      <p:sp>
        <p:nvSpPr>
          <p:cNvPr id="33" name="o437"/>
          <p:cNvSpPr txBox="1"/>
          <p:nvPr/>
        </p:nvSpPr>
        <p:spPr>
          <a:xfrm rot="-60000">
            <a:off x="4709160" y="5166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Lila sobre papel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Nunca texto</a:t>
            </a:r>
            <a:endParaRPr lang="en-US" sz="1300" dirty="0"/>
          </a:p>
        </p:txBody>
      </p:sp>
      <p:pic>
        <p:nvPicPr>
          <p:cNvPr id="34" name="o438" descr="img/tach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80000">
            <a:off x="7255764" y="3794760"/>
            <a:ext cx="621792" cy="621792"/>
          </a:xfrm>
          <a:prstGeom prst="rect">
            <a:avLst/>
          </a:prstGeom>
        </p:spPr>
      </p:pic>
      <p:sp>
        <p:nvSpPr>
          <p:cNvPr id="35" name="o439"/>
          <p:cNvSpPr/>
          <p:nvPr/>
        </p:nvSpPr>
        <p:spPr>
          <a:xfrm rot="60000">
            <a:off x="8229600" y="4160520"/>
            <a:ext cx="3429000" cy="1828800"/>
          </a:xfrm>
          <a:prstGeom prst="roundRect">
            <a:avLst>
              <a:gd name="adj" fmla="val 1500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36" name="o440"/>
          <p:cNvSpPr/>
          <p:nvPr/>
        </p:nvSpPr>
        <p:spPr>
          <a:xfrm rot="60000">
            <a:off x="8138160" y="4069080"/>
            <a:ext cx="3429000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37" name="o441"/>
          <p:cNvSpPr txBox="1"/>
          <p:nvPr/>
        </p:nvSpPr>
        <p:spPr>
          <a:xfrm rot="60000">
            <a:off x="8412480" y="42976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495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Aa</a:t>
            </a:r>
            <a:endParaRPr lang="en-US" sz="4800" dirty="0"/>
          </a:p>
        </p:txBody>
      </p:sp>
      <p:sp>
        <p:nvSpPr>
          <p:cNvPr id="38" name="o442"/>
          <p:cNvSpPr txBox="1"/>
          <p:nvPr/>
        </p:nvSpPr>
        <p:spPr>
          <a:xfrm rot="60000">
            <a:off x="9692640" y="4389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2.7 : 1</a:t>
            </a:r>
            <a:endParaRPr lang="en-US" sz="2400" dirty="0"/>
          </a:p>
        </p:txBody>
      </p:sp>
      <p:sp>
        <p:nvSpPr>
          <p:cNvPr id="39" name="o443"/>
          <p:cNvSpPr txBox="1"/>
          <p:nvPr/>
        </p:nvSpPr>
        <p:spPr>
          <a:xfrm rot="60000">
            <a:off x="8412480" y="5166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Azul sobre papel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Nunca texto</a:t>
            </a:r>
            <a:endParaRPr lang="en-US" sz="1300" dirty="0"/>
          </a:p>
        </p:txBody>
      </p:sp>
      <p:pic>
        <p:nvPicPr>
          <p:cNvPr id="40" name="o444" descr="img/tach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80000">
            <a:off x="10959084" y="3794760"/>
            <a:ext cx="621792" cy="6217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445" descr="img/mancha-m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-794825"/>
            <a:ext cx="6949440" cy="5613009"/>
          </a:xfrm>
          <a:prstGeom prst="rect">
            <a:avLst/>
          </a:prstGeom>
        </p:spPr>
      </p:pic>
      <p:sp>
        <p:nvSpPr>
          <p:cNvPr id="3" name="o446"/>
          <p:cNvSpPr/>
          <p:nvPr/>
        </p:nvSpPr>
        <p:spPr>
          <a:xfrm>
            <a:off x="7818120" y="594360"/>
            <a:ext cx="3291840" cy="3291840"/>
          </a:xfrm>
          <a:prstGeom prst="ellipse">
            <a:avLst/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4" name="o447"/>
          <p:cNvSpPr txBox="1"/>
          <p:nvPr/>
        </p:nvSpPr>
        <p:spPr>
          <a:xfrm>
            <a:off x="7818120" y="5943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FF2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15000" dirty="0"/>
          </a:p>
        </p:txBody>
      </p:sp>
      <p:pic>
        <p:nvPicPr>
          <p:cNvPr id="5" name="o448" descr="img/espi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0000">
            <a:off x="10424160" y="3200400"/>
            <a:ext cx="1280160" cy="1280160"/>
          </a:xfrm>
          <a:prstGeom prst="rect">
            <a:avLst/>
          </a:prstGeom>
        </p:spPr>
      </p:pic>
      <p:pic>
        <p:nvPicPr>
          <p:cNvPr id="6" name="o449" descr="img/estrell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6949440" y="274320"/>
            <a:ext cx="1097280" cy="1097280"/>
          </a:xfrm>
          <a:prstGeom prst="rect">
            <a:avLst/>
          </a:prstGeom>
        </p:spPr>
      </p:pic>
      <p:sp>
        <p:nvSpPr>
          <p:cNvPr id="7" name="o450"/>
          <p:cNvSpPr/>
          <p:nvPr/>
        </p:nvSpPr>
        <p:spPr>
          <a:xfrm rot="-240000">
            <a:off x="640080" y="324612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SECCIÓN 05</a:t>
            </a:r>
            <a:endParaRPr lang="en-US" sz="1300" dirty="0"/>
          </a:p>
        </p:txBody>
      </p:sp>
      <p:sp>
        <p:nvSpPr>
          <p:cNvPr id="8" name="o451"/>
          <p:cNvSpPr txBox="1"/>
          <p:nvPr/>
        </p:nvSpPr>
        <p:spPr>
          <a:xfrm>
            <a:off x="640080" y="3840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Aplicaciones</a:t>
            </a:r>
            <a:endParaRPr lang="en-US" sz="8000" dirty="0"/>
          </a:p>
        </p:txBody>
      </p:sp>
      <p:sp>
        <p:nvSpPr>
          <p:cNvPr id="9" name="o452"/>
          <p:cNvSpPr txBox="1"/>
          <p:nvPr/>
        </p:nvSpPr>
        <p:spPr>
          <a:xfrm>
            <a:off x="640080" y="5303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marca en redes, en la tarjeta para compartir y en papel.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Lista para cada red</a:t>
            </a:r>
            <a:endParaRPr lang="en-US" sz="4000" dirty="0"/>
          </a:p>
        </p:txBody>
      </p:sp>
      <p:sp>
        <p:nvSpPr>
          <p:cNvPr id="3" name="o453"/>
          <p:cNvSpPr/>
          <p:nvPr/>
        </p:nvSpPr>
        <p:spPr>
          <a:xfrm rot="-180000">
            <a:off x="640080" y="411480"/>
            <a:ext cx="1188720" cy="420624"/>
          </a:xfrm>
          <a:prstGeom prst="roundRect">
            <a:avLst>
              <a:gd name="adj" fmla="val 50000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DIGITAL</a:t>
            </a:r>
            <a:endParaRPr lang="en-US" sz="1300" dirty="0"/>
          </a:p>
        </p:txBody>
      </p:sp>
      <p:sp>
        <p:nvSpPr>
          <p:cNvPr id="4" name="o454"/>
          <p:cNvSpPr/>
          <p:nvPr/>
        </p:nvSpPr>
        <p:spPr>
          <a:xfrm rot="-360000">
            <a:off x="822960" y="2148840"/>
            <a:ext cx="2103120" cy="2103120"/>
          </a:xfrm>
          <a:prstGeom prst="roundRect">
            <a:avLst>
              <a:gd name="adj" fmla="val 21739"/>
            </a:avLst>
          </a:prstGeom>
          <a:solidFill>
            <a:srgbClr val="B481FF"/>
          </a:solidFill>
          <a:ln w="28575">
            <a:solidFill>
              <a:srgbClr val="B481FF"/>
            </a:solidFill>
            <a:prstDash val="solid"/>
          </a:ln>
        </p:spPr>
      </p:sp>
      <p:sp>
        <p:nvSpPr>
          <p:cNvPr id="5" name="o455"/>
          <p:cNvSpPr/>
          <p:nvPr/>
        </p:nvSpPr>
        <p:spPr>
          <a:xfrm rot="-360000">
            <a:off x="731520" y="2057400"/>
            <a:ext cx="2103120" cy="2103120"/>
          </a:xfrm>
          <a:prstGeom prst="roundRect">
            <a:avLst>
              <a:gd name="adj" fmla="val 21739"/>
            </a:avLst>
          </a:prstGeom>
          <a:solidFill>
            <a:srgbClr val="171824"/>
          </a:solidFill>
          <a:ln w="28575">
            <a:solidFill>
              <a:srgbClr val="B481FF"/>
            </a:solidFill>
            <a:prstDash val="solid"/>
          </a:ln>
        </p:spPr>
      </p:sp>
      <p:pic>
        <p:nvPicPr>
          <p:cNvPr id="6" name="o456" descr="Ícono de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360000">
            <a:off x="1097280" y="2506724"/>
            <a:ext cx="1371600" cy="1204472"/>
          </a:xfrm>
          <a:prstGeom prst="rect">
            <a:avLst/>
          </a:prstGeom>
        </p:spPr>
      </p:pic>
      <p:sp>
        <p:nvSpPr>
          <p:cNvPr id="7" name="o457"/>
          <p:cNvSpPr/>
          <p:nvPr/>
        </p:nvSpPr>
        <p:spPr>
          <a:xfrm>
            <a:off x="868680" y="44348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ÍCONO DE APP</a:t>
            </a:r>
            <a:endParaRPr lang="en-US" sz="1100" dirty="0"/>
          </a:p>
        </p:txBody>
      </p:sp>
      <p:sp>
        <p:nvSpPr>
          <p:cNvPr id="8" name="o458"/>
          <p:cNvSpPr/>
          <p:nvPr/>
        </p:nvSpPr>
        <p:spPr>
          <a:xfrm rot="300000">
            <a:off x="3154680" y="2148840"/>
            <a:ext cx="2103120" cy="2103120"/>
          </a:xfrm>
          <a:prstGeom prst="roundRect">
            <a:avLst>
              <a:gd name="adj" fmla="val 21739"/>
            </a:avLst>
          </a:prstGeom>
          <a:solidFill>
            <a:srgbClr val="FF2D94"/>
          </a:solidFill>
          <a:ln w="28575">
            <a:solidFill>
              <a:srgbClr val="FF2D94"/>
            </a:solidFill>
            <a:prstDash val="solid"/>
          </a:ln>
        </p:spPr>
      </p:sp>
      <p:sp>
        <p:nvSpPr>
          <p:cNvPr id="9" name="o459"/>
          <p:cNvSpPr/>
          <p:nvPr/>
        </p:nvSpPr>
        <p:spPr>
          <a:xfrm rot="300000">
            <a:off x="3063240" y="2057400"/>
            <a:ext cx="2103120" cy="2103120"/>
          </a:xfrm>
          <a:prstGeom prst="roundRect">
            <a:avLst>
              <a:gd name="adj" fmla="val 21739"/>
            </a:avLst>
          </a:prstGeom>
          <a:solidFill>
            <a:srgbClr val="FFE3F1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10" name="o460" descr="Ava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00000">
            <a:off x="3429000" y="2506724"/>
            <a:ext cx="1371600" cy="1204472"/>
          </a:xfrm>
          <a:prstGeom prst="rect">
            <a:avLst/>
          </a:prstGeom>
        </p:spPr>
      </p:pic>
      <p:sp>
        <p:nvSpPr>
          <p:cNvPr id="11" name="o461"/>
          <p:cNvSpPr/>
          <p:nvPr/>
        </p:nvSpPr>
        <p:spPr>
          <a:xfrm>
            <a:off x="3291840" y="44348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AVATAR</a:t>
            </a:r>
            <a:endParaRPr lang="en-US" sz="1100" dirty="0"/>
          </a:p>
        </p:txBody>
      </p:sp>
      <p:sp>
        <p:nvSpPr>
          <p:cNvPr id="12" name="o462"/>
          <p:cNvSpPr/>
          <p:nvPr/>
        </p:nvSpPr>
        <p:spPr>
          <a:xfrm rot="-120000">
            <a:off x="5760720" y="2057400"/>
            <a:ext cx="5897880" cy="2286000"/>
          </a:xfrm>
          <a:prstGeom prst="roundRect">
            <a:avLst>
              <a:gd name="adj" fmla="val 16000"/>
            </a:avLst>
          </a:prstGeom>
          <a:solidFill>
            <a:srgbClr val="B481FF"/>
          </a:solidFill>
          <a:ln w="28575">
            <a:solidFill>
              <a:srgbClr val="B481FF"/>
            </a:solidFill>
            <a:prstDash val="solid"/>
          </a:ln>
        </p:spPr>
      </p:sp>
      <p:sp>
        <p:nvSpPr>
          <p:cNvPr id="13" name="o463"/>
          <p:cNvSpPr/>
          <p:nvPr/>
        </p:nvSpPr>
        <p:spPr>
          <a:xfrm rot="-120000">
            <a:off x="5669280" y="1965960"/>
            <a:ext cx="5897880" cy="2286000"/>
          </a:xfrm>
          <a:prstGeom prst="roundRect">
            <a:avLst>
              <a:gd name="adj" fmla="val 16000"/>
            </a:avLst>
          </a:prstGeom>
          <a:solidFill>
            <a:srgbClr val="FF2D9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4" name="o464"/>
          <p:cNvSpPr txBox="1"/>
          <p:nvPr/>
        </p:nvSpPr>
        <p:spPr>
          <a:xfrm rot="-120000">
            <a:off x="6035040" y="2331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ReVoto</a:t>
            </a:r>
            <a:endParaRPr lang="en-US" sz="5000" dirty="0"/>
          </a:p>
        </p:txBody>
      </p:sp>
      <p:sp>
        <p:nvSpPr>
          <p:cNvPr id="15" name="o465"/>
          <p:cNvSpPr txBox="1"/>
          <p:nvPr/>
        </p:nvSpPr>
        <p:spPr>
          <a:xfrm rot="-120000">
            <a:off x="603504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¿Cuánto vota tu territorio?</a:t>
            </a:r>
            <a:endParaRPr lang="en-US" sz="1700" dirty="0"/>
          </a:p>
        </p:txBody>
      </p:sp>
      <p:pic>
        <p:nvPicPr>
          <p:cNvPr id="16" name="o466" descr="img/bol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0">
            <a:off x="9372600" y="2304075"/>
            <a:ext cx="2011680" cy="1426889"/>
          </a:xfrm>
          <a:prstGeom prst="rect">
            <a:avLst/>
          </a:prstGeom>
        </p:spPr>
      </p:pic>
      <p:sp>
        <p:nvSpPr>
          <p:cNvPr id="17" name="o467"/>
          <p:cNvSpPr/>
          <p:nvPr/>
        </p:nvSpPr>
        <p:spPr>
          <a:xfrm>
            <a:off x="5852160" y="443484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PORTADA DE REDES</a:t>
            </a:r>
            <a:endParaRPr lang="en-US" sz="1100" dirty="0"/>
          </a:p>
        </p:txBody>
      </p:sp>
      <p:pic>
        <p:nvPicPr>
          <p:cNvPr id="18" name="o468" descr="img/destell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4206240"/>
            <a:ext cx="731520" cy="731520"/>
          </a:xfrm>
          <a:prstGeom prst="rect">
            <a:avLst/>
          </a:prstGeom>
        </p:spPr>
      </p:pic>
      <p:sp>
        <p:nvSpPr>
          <p:cNvPr id="19" name="o469"/>
          <p:cNvSpPr txBox="1"/>
          <p:nvPr/>
        </p:nvSpPr>
        <p:spPr>
          <a:xfrm>
            <a:off x="640080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redes el isotipo va entero y con aire. Fondos: tinta, uva, papel, rosa claro o magenta (solo sin el isotipo encima).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C8796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Cada cifra viaja con su contexto</a:t>
            </a:r>
            <a:endParaRPr lang="en-US" sz="4000" dirty="0"/>
          </a:p>
        </p:txBody>
      </p:sp>
      <p:sp>
        <p:nvSpPr>
          <p:cNvPr id="4" name="o470"/>
          <p:cNvSpPr/>
          <p:nvPr/>
        </p:nvSpPr>
        <p:spPr>
          <a:xfrm rot="-180000">
            <a:off x="640080" y="411480"/>
            <a:ext cx="2834640" cy="420624"/>
          </a:xfrm>
          <a:prstGeom prst="roundRect">
            <a:avLst>
              <a:gd name="adj" fmla="val 50000"/>
            </a:avLst>
          </a:prstGeom>
          <a:solidFill>
            <a:srgbClr val="B481FF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TARJETA PARA COMPARTIR</a:t>
            </a:r>
            <a:endParaRPr lang="en-US" sz="1300" dirty="0"/>
          </a:p>
        </p:txBody>
      </p:sp>
      <p:pic>
        <p:nvPicPr>
          <p:cNvPr id="5" name="o471" descr="img/mancha-ro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937825"/>
            <a:ext cx="4937760" cy="3988191"/>
          </a:xfrm>
          <a:prstGeom prst="rect">
            <a:avLst/>
          </a:prstGeom>
        </p:spPr>
      </p:pic>
      <p:pic>
        <p:nvPicPr>
          <p:cNvPr id="6" name="o472" descr="Tarjeta para compart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40000">
            <a:off x="1168895" y="1828800"/>
            <a:ext cx="3331491" cy="4206240"/>
          </a:xfrm>
          <a:prstGeom prst="rect">
            <a:avLst/>
          </a:prstGeom>
        </p:spPr>
      </p:pic>
      <p:sp>
        <p:nvSpPr>
          <p:cNvPr id="7" name="o473"/>
          <p:cNvSpPr/>
          <p:nvPr/>
        </p:nvSpPr>
        <p:spPr>
          <a:xfrm rot="-60000">
            <a:off x="5742432" y="1947672"/>
            <a:ext cx="5577840" cy="841248"/>
          </a:xfrm>
          <a:prstGeom prst="roundRect">
            <a:avLst>
              <a:gd name="adj" fmla="val 27174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8" name="o474"/>
          <p:cNvSpPr/>
          <p:nvPr/>
        </p:nvSpPr>
        <p:spPr>
          <a:xfrm rot="-60000">
            <a:off x="5669280" y="1874520"/>
            <a:ext cx="557784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889000" tIns="50800" rIns="203200" bIns="508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Logotipo arriba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Siempre completo, sobre papel.</a:t>
            </a:r>
            <a:endParaRPr lang="en-US" sz="1800" dirty="0"/>
          </a:p>
        </p:txBody>
      </p:sp>
      <p:sp>
        <p:nvSpPr>
          <p:cNvPr id="9" name="o475"/>
          <p:cNvSpPr/>
          <p:nvPr/>
        </p:nvSpPr>
        <p:spPr>
          <a:xfrm>
            <a:off x="5852160" y="2029968"/>
            <a:ext cx="530352" cy="530352"/>
          </a:xfrm>
          <a:prstGeom prst="ellipse">
            <a:avLst/>
          </a:prstGeom>
          <a:solidFill>
            <a:srgbClr val="FF2D94"/>
          </a:solidFill>
          <a:ln w="22225">
            <a:solidFill>
              <a:srgbClr val="17182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o476"/>
          <p:cNvSpPr/>
          <p:nvPr/>
        </p:nvSpPr>
        <p:spPr>
          <a:xfrm rot="60000">
            <a:off x="6062472" y="2971800"/>
            <a:ext cx="5577840" cy="841248"/>
          </a:xfrm>
          <a:prstGeom prst="roundRect">
            <a:avLst>
              <a:gd name="adj" fmla="val 27174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1" name="o477"/>
          <p:cNvSpPr/>
          <p:nvPr/>
        </p:nvSpPr>
        <p:spPr>
          <a:xfrm rot="60000">
            <a:off x="5989320" y="2898648"/>
            <a:ext cx="557784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889000" tIns="50800" rIns="203200" bIns="508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Una cifra protagonista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 territorio y periodo debajo (RN-10).</a:t>
            </a:r>
            <a:endParaRPr lang="en-US" sz="1800" dirty="0"/>
          </a:p>
        </p:txBody>
      </p:sp>
      <p:sp>
        <p:nvSpPr>
          <p:cNvPr id="12" name="o478"/>
          <p:cNvSpPr/>
          <p:nvPr/>
        </p:nvSpPr>
        <p:spPr>
          <a:xfrm>
            <a:off x="6172200" y="3054096"/>
            <a:ext cx="530352" cy="530352"/>
          </a:xfrm>
          <a:prstGeom prst="ellipse">
            <a:avLst/>
          </a:prstGeom>
          <a:solidFill>
            <a:srgbClr val="B481FF"/>
          </a:solidFill>
          <a:ln w="22225">
            <a:solidFill>
              <a:srgbClr val="17182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o479"/>
          <p:cNvSpPr/>
          <p:nvPr/>
        </p:nvSpPr>
        <p:spPr>
          <a:xfrm rot="-60000">
            <a:off x="5742432" y="3995928"/>
            <a:ext cx="5577840" cy="841248"/>
          </a:xfrm>
          <a:prstGeom prst="roundRect">
            <a:avLst>
              <a:gd name="adj" fmla="val 27174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4" name="o480"/>
          <p:cNvSpPr/>
          <p:nvPr/>
        </p:nvSpPr>
        <p:spPr>
          <a:xfrm rot="-60000">
            <a:off x="5669280" y="3922776"/>
            <a:ext cx="557784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889000" tIns="50800" rIns="203200" bIns="508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Fuente escrita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«Fuente: INE, conteos censales».</a:t>
            </a:r>
            <a:endParaRPr lang="en-US" sz="1800" dirty="0"/>
          </a:p>
        </p:txBody>
      </p:sp>
      <p:sp>
        <p:nvSpPr>
          <p:cNvPr id="15" name="o481"/>
          <p:cNvSpPr/>
          <p:nvPr/>
        </p:nvSpPr>
        <p:spPr>
          <a:xfrm>
            <a:off x="5852160" y="4078224"/>
            <a:ext cx="530352" cy="530352"/>
          </a:xfrm>
          <a:prstGeom prst="ellipse">
            <a:avLst/>
          </a:prstGeom>
          <a:solidFill>
            <a:srgbClr val="8495FF"/>
          </a:solidFill>
          <a:ln w="22225">
            <a:solidFill>
              <a:srgbClr val="17182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o482"/>
          <p:cNvSpPr/>
          <p:nvPr/>
        </p:nvSpPr>
        <p:spPr>
          <a:xfrm rot="60000">
            <a:off x="6062472" y="5020056"/>
            <a:ext cx="5577840" cy="841248"/>
          </a:xfrm>
          <a:prstGeom prst="roundRect">
            <a:avLst>
              <a:gd name="adj" fmla="val 27174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7" name="o483"/>
          <p:cNvSpPr/>
          <p:nvPr/>
        </p:nvSpPr>
        <p:spPr>
          <a:xfrm rot="60000">
            <a:off x="5989320" y="4946904"/>
            <a:ext cx="557784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889000" tIns="50800" rIns="203200" bIns="508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Dos formatos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Historia 9:16 y publicación 1:1.</a:t>
            </a:r>
            <a:endParaRPr lang="en-US" sz="1800" dirty="0"/>
          </a:p>
        </p:txBody>
      </p:sp>
      <p:sp>
        <p:nvSpPr>
          <p:cNvPr id="18" name="o484"/>
          <p:cNvSpPr/>
          <p:nvPr/>
        </p:nvSpPr>
        <p:spPr>
          <a:xfrm>
            <a:off x="6172200" y="5102352"/>
            <a:ext cx="530352" cy="530352"/>
          </a:xfrm>
          <a:prstGeom prst="ellipse">
            <a:avLst/>
          </a:prstGeom>
          <a:solidFill>
            <a:srgbClr val="FFE3F1"/>
          </a:solidFill>
          <a:ln w="22225">
            <a:solidFill>
              <a:srgbClr val="17182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Papelería con buena vibra</a:t>
            </a:r>
            <a:endParaRPr lang="en-US" sz="4000" dirty="0"/>
          </a:p>
        </p:txBody>
      </p:sp>
      <p:sp>
        <p:nvSpPr>
          <p:cNvPr id="4" name="o485"/>
          <p:cNvSpPr/>
          <p:nvPr/>
        </p:nvSpPr>
        <p:spPr>
          <a:xfrm rot="-180000">
            <a:off x="640080" y="411480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PAPELERÍA</a:t>
            </a:r>
            <a:endParaRPr lang="en-US" sz="1300" dirty="0"/>
          </a:p>
        </p:txBody>
      </p:sp>
      <p:sp>
        <p:nvSpPr>
          <p:cNvPr id="5" name="o486"/>
          <p:cNvSpPr/>
          <p:nvPr/>
        </p:nvSpPr>
        <p:spPr>
          <a:xfrm rot="-420000">
            <a:off x="1005840" y="2148840"/>
            <a:ext cx="4023360" cy="2194560"/>
          </a:xfrm>
          <a:prstGeom prst="roundRect">
            <a:avLst>
              <a:gd name="adj" fmla="val 12500"/>
            </a:avLst>
          </a:prstGeom>
          <a:solidFill>
            <a:srgbClr val="FF2D94"/>
          </a:solidFill>
          <a:ln w="28575">
            <a:solidFill>
              <a:srgbClr val="FF2D94"/>
            </a:solidFill>
            <a:prstDash val="solid"/>
          </a:ln>
        </p:spPr>
      </p:sp>
      <p:sp>
        <p:nvSpPr>
          <p:cNvPr id="6" name="o487"/>
          <p:cNvSpPr/>
          <p:nvPr/>
        </p:nvSpPr>
        <p:spPr>
          <a:xfrm rot="-420000">
            <a:off x="914400" y="2057400"/>
            <a:ext cx="4023360" cy="2194560"/>
          </a:xfrm>
          <a:prstGeom prst="roundRect">
            <a:avLst>
              <a:gd name="adj" fmla="val 1250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7" name="o488" descr="Tarjeta, fr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20000">
            <a:off x="2103120" y="2606458"/>
            <a:ext cx="1645920" cy="1005004"/>
          </a:xfrm>
          <a:prstGeom prst="rect">
            <a:avLst/>
          </a:prstGeom>
        </p:spPr>
      </p:pic>
      <p:sp>
        <p:nvSpPr>
          <p:cNvPr id="8" name="o489"/>
          <p:cNvSpPr/>
          <p:nvPr/>
        </p:nvSpPr>
        <p:spPr>
          <a:xfrm rot="240000">
            <a:off x="1554480" y="3931920"/>
            <a:ext cx="4023360" cy="2194560"/>
          </a:xfrm>
          <a:prstGeom prst="roundRect">
            <a:avLst>
              <a:gd name="adj" fmla="val 12500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9" name="o490"/>
          <p:cNvSpPr/>
          <p:nvPr/>
        </p:nvSpPr>
        <p:spPr>
          <a:xfrm rot="240000">
            <a:off x="1463040" y="3840480"/>
            <a:ext cx="4023360" cy="21945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10" name="o491" descr="img/logo-cla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1783080" y="4078191"/>
            <a:ext cx="868680" cy="530419"/>
          </a:xfrm>
          <a:prstGeom prst="rect">
            <a:avLst/>
          </a:prstGeom>
        </p:spPr>
      </p:pic>
      <p:sp>
        <p:nvSpPr>
          <p:cNvPr id="11" name="o492"/>
          <p:cNvSpPr txBox="1"/>
          <p:nvPr/>
        </p:nvSpPr>
        <p:spPr>
          <a:xfrm rot="240000">
            <a:off x="1783080" y="4892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[Nombre Apellido]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[rol] · MIWA</a:t>
            </a:r>
            <a:endParaRPr lang="en-US" sz="1500" dirty="0"/>
          </a:p>
        </p:txBody>
      </p:sp>
      <p:sp>
        <p:nvSpPr>
          <p:cNvPr id="12" name="o493"/>
          <p:cNvSpPr/>
          <p:nvPr/>
        </p:nvSpPr>
        <p:spPr>
          <a:xfrm rot="180000">
            <a:off x="6492240" y="1874520"/>
            <a:ext cx="3291840" cy="4297680"/>
          </a:xfrm>
          <a:prstGeom prst="roundRect">
            <a:avLst>
              <a:gd name="adj" fmla="val 6944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13" name="o494"/>
          <p:cNvSpPr/>
          <p:nvPr/>
        </p:nvSpPr>
        <p:spPr>
          <a:xfrm rot="180000">
            <a:off x="6400800" y="1783080"/>
            <a:ext cx="3291840" cy="42976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28575">
            <a:solidFill>
              <a:srgbClr val="171824"/>
            </a:solidFill>
            <a:prstDash val="solid"/>
          </a:ln>
        </p:spPr>
      </p:sp>
      <p:pic>
        <p:nvPicPr>
          <p:cNvPr id="14" name="o495" descr="img/logo-cla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6720840" y="2066511"/>
            <a:ext cx="868680" cy="530419"/>
          </a:xfrm>
          <a:prstGeom prst="rect">
            <a:avLst/>
          </a:prstGeom>
        </p:spPr>
      </p:pic>
      <p:sp>
        <p:nvSpPr>
          <p:cNvPr id="15" name="o496"/>
          <p:cNvSpPr/>
          <p:nvPr/>
        </p:nvSpPr>
        <p:spPr>
          <a:xfrm rot="180000">
            <a:off x="6812280" y="2971800"/>
            <a:ext cx="2468880" cy="91440"/>
          </a:xfrm>
          <a:prstGeom prst="roundRect">
            <a:avLst>
              <a:gd name="adj" fmla="val 50000"/>
            </a:avLst>
          </a:prstGeom>
          <a:solidFill>
            <a:srgbClr val="E6E1E6"/>
          </a:solidFill>
          <a:ln/>
        </p:spPr>
      </p:sp>
      <p:sp>
        <p:nvSpPr>
          <p:cNvPr id="16" name="o497"/>
          <p:cNvSpPr/>
          <p:nvPr/>
        </p:nvSpPr>
        <p:spPr>
          <a:xfrm rot="180000">
            <a:off x="6812280" y="3264408"/>
            <a:ext cx="2468880" cy="91440"/>
          </a:xfrm>
          <a:prstGeom prst="roundRect">
            <a:avLst>
              <a:gd name="adj" fmla="val 50000"/>
            </a:avLst>
          </a:prstGeom>
          <a:solidFill>
            <a:srgbClr val="E6E1E6"/>
          </a:solidFill>
          <a:ln/>
        </p:spPr>
      </p:sp>
      <p:sp>
        <p:nvSpPr>
          <p:cNvPr id="17" name="o498"/>
          <p:cNvSpPr/>
          <p:nvPr/>
        </p:nvSpPr>
        <p:spPr>
          <a:xfrm rot="180000">
            <a:off x="6812280" y="3557016"/>
            <a:ext cx="2468880" cy="91440"/>
          </a:xfrm>
          <a:prstGeom prst="roundRect">
            <a:avLst>
              <a:gd name="adj" fmla="val 50000"/>
            </a:avLst>
          </a:prstGeom>
          <a:solidFill>
            <a:srgbClr val="E6E1E6"/>
          </a:solidFill>
          <a:ln/>
        </p:spPr>
      </p:sp>
      <p:sp>
        <p:nvSpPr>
          <p:cNvPr id="18" name="o499"/>
          <p:cNvSpPr/>
          <p:nvPr/>
        </p:nvSpPr>
        <p:spPr>
          <a:xfrm rot="180000">
            <a:off x="6812280" y="3849624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E6E1E6"/>
          </a:solidFill>
          <a:ln/>
        </p:spPr>
      </p:sp>
      <p:sp>
        <p:nvSpPr>
          <p:cNvPr id="19" name="o500"/>
          <p:cNvSpPr txBox="1"/>
          <p:nvPr/>
        </p:nvSpPr>
        <p:spPr>
          <a:xfrm rot="180000">
            <a:off x="6812280" y="5440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revoto.mx</a:t>
            </a:r>
            <a:endParaRPr lang="en-US" sz="1200" dirty="0"/>
          </a:p>
        </p:txBody>
      </p:sp>
      <p:sp>
        <p:nvSpPr>
          <p:cNvPr id="20" name="o501"/>
          <p:cNvSpPr/>
          <p:nvPr/>
        </p:nvSpPr>
        <p:spPr>
          <a:xfrm rot="-360000">
            <a:off x="10058400" y="2103120"/>
            <a:ext cx="1600200" cy="2377440"/>
          </a:xfrm>
          <a:prstGeom prst="roundRect">
            <a:avLst>
              <a:gd name="adj" fmla="val 14286"/>
            </a:avLst>
          </a:prstGeom>
          <a:solidFill>
            <a:srgbClr val="171824"/>
          </a:solidFill>
          <a:ln w="28575">
            <a:solidFill>
              <a:srgbClr val="171824"/>
            </a:solidFill>
            <a:prstDash val="solid"/>
          </a:ln>
        </p:spPr>
      </p:sp>
      <p:sp>
        <p:nvSpPr>
          <p:cNvPr id="21" name="o502"/>
          <p:cNvSpPr/>
          <p:nvPr/>
        </p:nvSpPr>
        <p:spPr>
          <a:xfrm rot="-360000">
            <a:off x="9966960" y="2011680"/>
            <a:ext cx="1600200" cy="2377440"/>
          </a:xfrm>
          <a:prstGeom prst="roundRect">
            <a:avLst>
              <a:gd name="adj" fmla="val 14286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101600" tIns="177800" rIns="1778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¿Cuánto vota tu territorio?</a:t>
            </a:r>
            <a:endParaRPr lang="en-US" sz="1500" dirty="0"/>
          </a:p>
        </p:txBody>
      </p:sp>
      <p:sp>
        <p:nvSpPr>
          <p:cNvPr id="22" name="o503"/>
          <p:cNvSpPr txBox="1"/>
          <p:nvPr/>
        </p:nvSpPr>
        <p:spPr>
          <a:xfrm>
            <a:off x="9966960" y="4526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Sticker</a:t>
            </a:r>
            <a:endParaRPr lang="en-US" sz="1200" dirty="0"/>
          </a:p>
        </p:txBody>
      </p:sp>
      <p:pic>
        <p:nvPicPr>
          <p:cNvPr id="23" name="o504" descr="img/estrella-m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5669280" y="5120640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El símbolo se vuelve juego</a:t>
            </a:r>
            <a:endParaRPr lang="en-US" sz="4000" dirty="0"/>
          </a:p>
        </p:txBody>
      </p:sp>
      <p:sp>
        <p:nvSpPr>
          <p:cNvPr id="3" name="o505"/>
          <p:cNvSpPr/>
          <p:nvPr/>
        </p:nvSpPr>
        <p:spPr>
          <a:xfrm rot="-180000">
            <a:off x="640080" y="411480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FF2D94"/>
          </a:solidFill>
          <a:ln w="28575">
            <a:solidFill>
              <a:srgbClr val="1718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RECURSOS GRÁFICOS</a:t>
            </a:r>
            <a:endParaRPr lang="en-US" sz="1300" dirty="0"/>
          </a:p>
        </p:txBody>
      </p:sp>
      <p:pic>
        <p:nvPicPr>
          <p:cNvPr id="4" name="o506" descr="img/mancha-bl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531" y="1600200"/>
            <a:ext cx="2943497" cy="2377440"/>
          </a:xfrm>
          <a:prstGeom prst="rect">
            <a:avLst/>
          </a:prstGeom>
        </p:spPr>
      </p:pic>
      <p:pic>
        <p:nvPicPr>
          <p:cNvPr id="5" name="o507" descr="img/i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80000">
            <a:off x="1303129" y="1965960"/>
            <a:ext cx="1874301" cy="1645920"/>
          </a:xfrm>
          <a:prstGeom prst="rect">
            <a:avLst/>
          </a:prstGeom>
        </p:spPr>
      </p:pic>
      <p:pic>
        <p:nvPicPr>
          <p:cNvPr id="6" name="o508" descr="img/subray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019300"/>
            <a:ext cx="2103120" cy="350520"/>
          </a:xfrm>
          <a:prstGeom prst="rect">
            <a:avLst/>
          </a:prstGeom>
        </p:spPr>
      </p:pic>
      <p:pic>
        <p:nvPicPr>
          <p:cNvPr id="7" name="o509" descr="img/oval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7400" y="2514600"/>
            <a:ext cx="2086560" cy="822960"/>
          </a:xfrm>
          <a:prstGeom prst="rect">
            <a:avLst/>
          </a:prstGeom>
        </p:spPr>
      </p:pic>
      <p:pic>
        <p:nvPicPr>
          <p:cNvPr id="8" name="o510" descr="img/estrella-m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0000">
            <a:off x="6766560" y="1828800"/>
            <a:ext cx="822960" cy="822960"/>
          </a:xfrm>
          <a:prstGeom prst="rect">
            <a:avLst/>
          </a:prstGeom>
        </p:spPr>
      </p:pic>
      <p:pic>
        <p:nvPicPr>
          <p:cNvPr id="9" name="o511" descr="img/destello-lil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874520"/>
            <a:ext cx="868680" cy="868680"/>
          </a:xfrm>
          <a:prstGeom prst="rect">
            <a:avLst/>
          </a:prstGeom>
        </p:spPr>
      </p:pic>
      <p:pic>
        <p:nvPicPr>
          <p:cNvPr id="10" name="o512" descr="img/flecha-blanc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5955" y="2103120"/>
            <a:ext cx="1267609" cy="640080"/>
          </a:xfrm>
          <a:prstGeom prst="rect">
            <a:avLst/>
          </a:prstGeom>
        </p:spPr>
      </p:pic>
      <p:pic>
        <p:nvPicPr>
          <p:cNvPr id="11" name="o513" descr="img/palomit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1886971"/>
            <a:ext cx="868680" cy="752339"/>
          </a:xfrm>
          <a:prstGeom prst="rect">
            <a:avLst/>
          </a:prstGeom>
        </p:spPr>
      </p:pic>
      <p:pic>
        <p:nvPicPr>
          <p:cNvPr id="12" name="o514" descr="img/espir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3720" y="2834640"/>
            <a:ext cx="822960" cy="822960"/>
          </a:xfrm>
          <a:prstGeom prst="rect">
            <a:avLst/>
          </a:prstGeom>
        </p:spPr>
      </p:pic>
      <p:pic>
        <p:nvPicPr>
          <p:cNvPr id="13" name="o515" descr="img/zigza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0766" y="2971800"/>
            <a:ext cx="1340628" cy="411480"/>
          </a:xfrm>
          <a:prstGeom prst="rect">
            <a:avLst/>
          </a:prstGeom>
        </p:spPr>
      </p:pic>
      <p:sp>
        <p:nvSpPr>
          <p:cNvPr id="14" name="o516"/>
          <p:cNvSpPr/>
          <p:nvPr/>
        </p:nvSpPr>
        <p:spPr>
          <a:xfrm rot="-120000">
            <a:off x="822960" y="4069080"/>
            <a:ext cx="3429000" cy="2011680"/>
          </a:xfrm>
          <a:prstGeom prst="roundRect">
            <a:avLst>
              <a:gd name="adj" fmla="val 13636"/>
            </a:avLst>
          </a:prstGeom>
          <a:solidFill>
            <a:srgbClr val="FF2D94"/>
          </a:solidFill>
          <a:ln w="28575">
            <a:solidFill>
              <a:srgbClr val="FF2D94"/>
            </a:solidFill>
            <a:prstDash val="solid"/>
          </a:ln>
        </p:spPr>
      </p:sp>
      <p:sp>
        <p:nvSpPr>
          <p:cNvPr id="15" name="o517"/>
          <p:cNvSpPr/>
          <p:nvPr/>
        </p:nvSpPr>
        <p:spPr>
          <a:xfrm rot="-120000">
            <a:off x="731520" y="3977640"/>
            <a:ext cx="342900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203200" tIns="254000" rIns="254000" bIns="12700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Calcomanías</a:t>
            </a:r>
            <a:endParaRPr lang="en-US" sz="2100" dirty="0"/>
          </a:p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Tarjetas inclinadas con contorno grueso y sombra sólida. Máximo 6° de giro.</a:t>
            </a:r>
            <a:endParaRPr lang="en-US" sz="2100" dirty="0"/>
          </a:p>
        </p:txBody>
      </p:sp>
      <p:sp>
        <p:nvSpPr>
          <p:cNvPr id="16" name="o518"/>
          <p:cNvSpPr/>
          <p:nvPr/>
        </p:nvSpPr>
        <p:spPr>
          <a:xfrm rot="90000">
            <a:off x="4526280" y="4069080"/>
            <a:ext cx="3429000" cy="2011680"/>
          </a:xfrm>
          <a:prstGeom prst="roundRect">
            <a:avLst>
              <a:gd name="adj" fmla="val 13636"/>
            </a:avLst>
          </a:prstGeom>
          <a:solidFill>
            <a:srgbClr val="B481FF"/>
          </a:solidFill>
          <a:ln w="28575">
            <a:solidFill>
              <a:srgbClr val="B481FF"/>
            </a:solidFill>
            <a:prstDash val="solid"/>
          </a:ln>
        </p:spPr>
      </p:sp>
      <p:sp>
        <p:nvSpPr>
          <p:cNvPr id="17" name="o519"/>
          <p:cNvSpPr/>
          <p:nvPr/>
        </p:nvSpPr>
        <p:spPr>
          <a:xfrm rot="90000">
            <a:off x="4434840" y="3977640"/>
            <a:ext cx="342900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203200" tIns="254000" rIns="254000" bIns="12700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Trazos a mano</a:t>
            </a:r>
            <a:endParaRPr lang="en-US" sz="2100" dirty="0"/>
          </a:p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Subrayar, señalar, celebrar. Siempre cerca del texto, nunca de fondo.</a:t>
            </a:r>
            <a:endParaRPr lang="en-US" sz="2100" dirty="0"/>
          </a:p>
        </p:txBody>
      </p:sp>
      <p:sp>
        <p:nvSpPr>
          <p:cNvPr id="18" name="o520"/>
          <p:cNvSpPr/>
          <p:nvPr/>
        </p:nvSpPr>
        <p:spPr>
          <a:xfrm rot="-60000">
            <a:off x="8229600" y="4069080"/>
            <a:ext cx="3429000" cy="2011680"/>
          </a:xfrm>
          <a:prstGeom prst="roundRect">
            <a:avLst>
              <a:gd name="adj" fmla="val 13636"/>
            </a:avLst>
          </a:prstGeom>
          <a:solidFill>
            <a:srgbClr val="8495FF"/>
          </a:solidFill>
          <a:ln w="28575">
            <a:solidFill>
              <a:srgbClr val="8495FF"/>
            </a:solidFill>
            <a:prstDash val="solid"/>
          </a:ln>
        </p:spPr>
      </p:sp>
      <p:sp>
        <p:nvSpPr>
          <p:cNvPr id="19" name="o521"/>
          <p:cNvSpPr/>
          <p:nvPr/>
        </p:nvSpPr>
        <p:spPr>
          <a:xfrm rot="-60000">
            <a:off x="8138160" y="3977640"/>
            <a:ext cx="342900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28575">
            <a:solidFill>
              <a:srgbClr val="171824"/>
            </a:solidFill>
          </a:ln>
        </p:spPr>
        <p:txBody>
          <a:bodyPr wrap="square" lIns="203200" tIns="254000" rIns="254000" bIns="12700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Iconos</a:t>
            </a:r>
            <a:endParaRPr lang="en-US" sz="2100" dirty="0"/>
          </a:p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Lineales de 2 px, extremos redondeados, un color (Lucide).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E3F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2D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522" descr="img/mancha-bl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-295422"/>
            <a:ext cx="7863840" cy="6351563"/>
          </a:xfrm>
          <a:prstGeom prst="rect">
            <a:avLst/>
          </a:prstGeom>
        </p:spPr>
      </p:pic>
      <p:pic>
        <p:nvPicPr>
          <p:cNvPr id="3" name="o523" descr="Logotipo de ReVo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075256"/>
            <a:ext cx="3291840" cy="2010008"/>
          </a:xfrm>
          <a:prstGeom prst="rect">
            <a:avLst/>
          </a:prstGeom>
        </p:spPr>
      </p:pic>
      <p:sp>
        <p:nvSpPr>
          <p:cNvPr id="4" name="o524"/>
          <p:cNvSpPr txBox="1"/>
          <p:nvPr/>
        </p:nvSpPr>
        <p:spPr>
          <a:xfrm>
            <a:off x="3566160" y="34290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Cada voto se suma.</a:t>
            </a:r>
            <a:endParaRPr lang="en-US" sz="3200" dirty="0"/>
          </a:p>
        </p:txBody>
      </p:sp>
      <p:pic>
        <p:nvPicPr>
          <p:cNvPr id="5" name="o525" descr="img/subray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069080"/>
            <a:ext cx="3017520" cy="502920"/>
          </a:xfrm>
          <a:prstGeom prst="rect">
            <a:avLst/>
          </a:prstGeom>
        </p:spPr>
      </p:pic>
      <p:pic>
        <p:nvPicPr>
          <p:cNvPr id="6" name="o526" descr="img/estrell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720000">
            <a:off x="1097280" y="914400"/>
            <a:ext cx="1280160" cy="1280160"/>
          </a:xfrm>
          <a:prstGeom prst="rect">
            <a:avLst/>
          </a:prstGeom>
        </p:spPr>
      </p:pic>
      <p:pic>
        <p:nvPicPr>
          <p:cNvPr id="7" name="o527" descr="img/destello-blanc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731520"/>
            <a:ext cx="1371600" cy="1371600"/>
          </a:xfrm>
          <a:prstGeom prst="rect">
            <a:avLst/>
          </a:prstGeom>
        </p:spPr>
      </p:pic>
      <p:pic>
        <p:nvPicPr>
          <p:cNvPr id="8" name="o528" descr="img/espir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4754880"/>
            <a:ext cx="1188720" cy="1188720"/>
          </a:xfrm>
          <a:prstGeom prst="rect">
            <a:avLst/>
          </a:prstGeom>
        </p:spPr>
      </p:pic>
      <p:pic>
        <p:nvPicPr>
          <p:cNvPr id="9" name="o529" descr="img/bolet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600000">
            <a:off x="843197" y="4297680"/>
            <a:ext cx="2062647" cy="1463040"/>
          </a:xfrm>
          <a:prstGeom prst="rect">
            <a:avLst/>
          </a:prstGeom>
        </p:spPr>
      </p:pic>
      <p:sp>
        <p:nvSpPr>
          <p:cNvPr id="10" name="o530"/>
          <p:cNvSpPr/>
          <p:nvPr/>
        </p:nvSpPr>
        <p:spPr>
          <a:xfrm rot="-120000">
            <a:off x="4434840" y="5806440"/>
            <a:ext cx="3291840" cy="420624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MIWA · HACKATHON INE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oto">
  <a:themeElements>
    <a:clrScheme name="ReVoto">
      <a:dk1>
        <a:srgbClr val="171824"/>
      </a:dk1>
      <a:lt1>
        <a:srgbClr val="FFFFFF"/>
      </a:lt1>
      <a:dk2>
        <a:srgbClr val="55566A"/>
      </a:dk2>
      <a:lt2>
        <a:srgbClr val="FFE3F1"/>
      </a:lt2>
      <a:accent1>
        <a:srgbClr val="FF2D94"/>
      </a:accent1>
      <a:accent2>
        <a:srgbClr val="C8106E"/>
      </a:accent2>
      <a:accent3>
        <a:srgbClr val="933D82"/>
      </a:accent3>
      <a:accent4>
        <a:srgbClr val="5D1B6D"/>
      </a:accent4>
      <a:accent5>
        <a:srgbClr val="B481FF"/>
      </a:accent5>
      <a:accent6>
        <a:srgbClr val="8495FF"/>
      </a:accent6>
      <a:hlink>
        <a:srgbClr val="C8106E"/>
      </a:hlink>
      <a:folHlink>
        <a:srgbClr val="933D82"/>
      </a:folHlink>
    </a:clrScheme>
    <a:fontScheme name="ReVoto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MIWA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ReVoto · Manual de identidad de marca</dc:title>
  <dc:subject>PptxGenJS Presentation</dc:subject>
  <dc:creator>Angel Mauricio Ramirez · MIWA</dc:creator>
  <cp:lastModifiedBy>Angel Mauricio Ramirez · MIWA</cp:lastModifiedBy>
  <cp:revision>1</cp:revision>
  <dcterms:created xsi:type="dcterms:W3CDTF">2026-10-11T02:41:38Z</dcterms:created>
  <dcterms:modified xsi:type="dcterms:W3CDTF">2026-10-11T02:41:38Z</dcterms:modified>
</cp:coreProperties>
</file>